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256" r:id="rId4"/>
    <p:sldId id="257" r:id="rId5"/>
    <p:sldId id="258" r:id="rId7"/>
    <p:sldId id="259" r:id="rId8"/>
    <p:sldId id="260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4" Type="http://schemas.openxmlformats.org/officeDocument/2006/relationships/tags" Target="../tags/tag110.xml"/><Relationship Id="rId23" Type="http://schemas.openxmlformats.org/officeDocument/2006/relationships/tags" Target="../tags/tag109.xml"/><Relationship Id="rId22" Type="http://schemas.openxmlformats.org/officeDocument/2006/relationships/tags" Target="../tags/tag108.xml"/><Relationship Id="rId21" Type="http://schemas.openxmlformats.org/officeDocument/2006/relationships/tags" Target="../tags/tag107.xml"/><Relationship Id="rId20" Type="http://schemas.openxmlformats.org/officeDocument/2006/relationships/tags" Target="../tags/tag106.xml"/><Relationship Id="rId2" Type="http://schemas.openxmlformats.org/officeDocument/2006/relationships/tags" Target="../tags/tag88.xml"/><Relationship Id="rId19" Type="http://schemas.openxmlformats.org/officeDocument/2006/relationships/tags" Target="../tags/tag105.xml"/><Relationship Id="rId18" Type="http://schemas.openxmlformats.org/officeDocument/2006/relationships/tags" Target="../tags/tag104.xml"/><Relationship Id="rId17" Type="http://schemas.openxmlformats.org/officeDocument/2006/relationships/tags" Target="../tags/tag103.xml"/><Relationship Id="rId16" Type="http://schemas.openxmlformats.org/officeDocument/2006/relationships/tags" Target="../tags/tag102.xml"/><Relationship Id="rId15" Type="http://schemas.openxmlformats.org/officeDocument/2006/relationships/tags" Target="../tags/tag101.xml"/><Relationship Id="rId14" Type="http://schemas.openxmlformats.org/officeDocument/2006/relationships/tags" Target="../tags/tag100.xml"/><Relationship Id="rId13" Type="http://schemas.openxmlformats.org/officeDocument/2006/relationships/tags" Target="../tags/tag99.xml"/><Relationship Id="rId12" Type="http://schemas.openxmlformats.org/officeDocument/2006/relationships/tags" Target="../tags/tag98.xml"/><Relationship Id="rId11" Type="http://schemas.openxmlformats.org/officeDocument/2006/relationships/tags" Target="../tags/tag97.xml"/><Relationship Id="rId10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 userDrawn="1">
            <p:custDataLst>
              <p:tags r:id="rId3"/>
            </p:custDataLst>
          </p:nvPr>
        </p:nvSpPr>
        <p:spPr>
          <a:xfrm>
            <a:off x="7348406" y="0"/>
            <a:ext cx="4843594" cy="3860800"/>
          </a:xfrm>
          <a:prstGeom prst="rect">
            <a:avLst/>
          </a:prstGeom>
          <a:gradFill flip="none" rotWithShape="1">
            <a:gsLst>
              <a:gs pos="3600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 userDrawn="1">
            <p:custDataLst>
              <p:tags r:id="rId4"/>
            </p:custDataLst>
          </p:nvPr>
        </p:nvSpPr>
        <p:spPr>
          <a:xfrm>
            <a:off x="10421904" y="846740"/>
            <a:ext cx="556181" cy="84328"/>
          </a:xfrm>
          <a:custGeom>
            <a:avLst/>
            <a:gdLst>
              <a:gd name="connsiteX0" fmla="*/ 514017 w 556181"/>
              <a:gd name="connsiteY0" fmla="*/ 0 h 84328"/>
              <a:gd name="connsiteX1" fmla="*/ 556181 w 556181"/>
              <a:gd name="connsiteY1" fmla="*/ 42164 h 84328"/>
              <a:gd name="connsiteX2" fmla="*/ 514017 w 556181"/>
              <a:gd name="connsiteY2" fmla="*/ 84328 h 84328"/>
              <a:gd name="connsiteX3" fmla="*/ 471853 w 556181"/>
              <a:gd name="connsiteY3" fmla="*/ 42164 h 84328"/>
              <a:gd name="connsiteX4" fmla="*/ 514017 w 556181"/>
              <a:gd name="connsiteY4" fmla="*/ 0 h 84328"/>
              <a:gd name="connsiteX5" fmla="*/ 356734 w 556181"/>
              <a:gd name="connsiteY5" fmla="*/ 0 h 84328"/>
              <a:gd name="connsiteX6" fmla="*/ 398898 w 556181"/>
              <a:gd name="connsiteY6" fmla="*/ 42164 h 84328"/>
              <a:gd name="connsiteX7" fmla="*/ 356734 w 556181"/>
              <a:gd name="connsiteY7" fmla="*/ 84328 h 84328"/>
              <a:gd name="connsiteX8" fmla="*/ 314570 w 556181"/>
              <a:gd name="connsiteY8" fmla="*/ 42164 h 84328"/>
              <a:gd name="connsiteX9" fmla="*/ 356734 w 556181"/>
              <a:gd name="connsiteY9" fmla="*/ 0 h 84328"/>
              <a:gd name="connsiteX10" fmla="*/ 199448 w 556181"/>
              <a:gd name="connsiteY10" fmla="*/ 0 h 84328"/>
              <a:gd name="connsiteX11" fmla="*/ 241612 w 556181"/>
              <a:gd name="connsiteY11" fmla="*/ 42164 h 84328"/>
              <a:gd name="connsiteX12" fmla="*/ 199448 w 556181"/>
              <a:gd name="connsiteY12" fmla="*/ 84328 h 84328"/>
              <a:gd name="connsiteX13" fmla="*/ 157284 w 556181"/>
              <a:gd name="connsiteY13" fmla="*/ 42164 h 84328"/>
              <a:gd name="connsiteX14" fmla="*/ 199448 w 556181"/>
              <a:gd name="connsiteY14" fmla="*/ 0 h 84328"/>
              <a:gd name="connsiteX15" fmla="*/ 42164 w 556181"/>
              <a:gd name="connsiteY15" fmla="*/ 0 h 84328"/>
              <a:gd name="connsiteX16" fmla="*/ 84328 w 556181"/>
              <a:gd name="connsiteY16" fmla="*/ 42164 h 84328"/>
              <a:gd name="connsiteX17" fmla="*/ 42164 w 556181"/>
              <a:gd name="connsiteY17" fmla="*/ 84328 h 84328"/>
              <a:gd name="connsiteX18" fmla="*/ 0 w 556181"/>
              <a:gd name="connsiteY18" fmla="*/ 42164 h 84328"/>
              <a:gd name="connsiteX19" fmla="*/ 42164 w 556181"/>
              <a:gd name="connsiteY19" fmla="*/ 0 h 8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6181" h="84328">
                <a:moveTo>
                  <a:pt x="514017" y="0"/>
                </a:moveTo>
                <a:cubicBezTo>
                  <a:pt x="537304" y="0"/>
                  <a:pt x="556181" y="18877"/>
                  <a:pt x="556181" y="42164"/>
                </a:cubicBezTo>
                <a:cubicBezTo>
                  <a:pt x="556181" y="65451"/>
                  <a:pt x="537304" y="84328"/>
                  <a:pt x="514017" y="84328"/>
                </a:cubicBezTo>
                <a:cubicBezTo>
                  <a:pt x="490730" y="84328"/>
                  <a:pt x="471853" y="65451"/>
                  <a:pt x="471853" y="42164"/>
                </a:cubicBezTo>
                <a:cubicBezTo>
                  <a:pt x="471853" y="18877"/>
                  <a:pt x="490730" y="0"/>
                  <a:pt x="514017" y="0"/>
                </a:cubicBezTo>
                <a:close/>
                <a:moveTo>
                  <a:pt x="356734" y="0"/>
                </a:moveTo>
                <a:cubicBezTo>
                  <a:pt x="380021" y="0"/>
                  <a:pt x="398898" y="18877"/>
                  <a:pt x="398898" y="42164"/>
                </a:cubicBezTo>
                <a:cubicBezTo>
                  <a:pt x="398898" y="65451"/>
                  <a:pt x="380021" y="84328"/>
                  <a:pt x="356734" y="84328"/>
                </a:cubicBezTo>
                <a:cubicBezTo>
                  <a:pt x="333447" y="84328"/>
                  <a:pt x="314570" y="65451"/>
                  <a:pt x="314570" y="42164"/>
                </a:cubicBezTo>
                <a:cubicBezTo>
                  <a:pt x="314570" y="18877"/>
                  <a:pt x="333447" y="0"/>
                  <a:pt x="356734" y="0"/>
                </a:cubicBezTo>
                <a:close/>
                <a:moveTo>
                  <a:pt x="199448" y="0"/>
                </a:moveTo>
                <a:cubicBezTo>
                  <a:pt x="222735" y="0"/>
                  <a:pt x="241612" y="18877"/>
                  <a:pt x="241612" y="42164"/>
                </a:cubicBezTo>
                <a:cubicBezTo>
                  <a:pt x="241612" y="65451"/>
                  <a:pt x="222735" y="84328"/>
                  <a:pt x="199448" y="84328"/>
                </a:cubicBezTo>
                <a:cubicBezTo>
                  <a:pt x="176161" y="84328"/>
                  <a:pt x="157284" y="65451"/>
                  <a:pt x="157284" y="42164"/>
                </a:cubicBezTo>
                <a:cubicBezTo>
                  <a:pt x="157284" y="18877"/>
                  <a:pt x="176161" y="0"/>
                  <a:pt x="199448" y="0"/>
                </a:cubicBezTo>
                <a:close/>
                <a:moveTo>
                  <a:pt x="42164" y="0"/>
                </a:moveTo>
                <a:cubicBezTo>
                  <a:pt x="65451" y="0"/>
                  <a:pt x="84328" y="18877"/>
                  <a:pt x="84328" y="42164"/>
                </a:cubicBezTo>
                <a:cubicBezTo>
                  <a:pt x="84328" y="65451"/>
                  <a:pt x="65451" y="84328"/>
                  <a:pt x="42164" y="84328"/>
                </a:cubicBezTo>
                <a:cubicBezTo>
                  <a:pt x="18877" y="84328"/>
                  <a:pt x="0" y="65451"/>
                  <a:pt x="0" y="42164"/>
                </a:cubicBezTo>
                <a:cubicBezTo>
                  <a:pt x="0" y="18877"/>
                  <a:pt x="18877" y="0"/>
                  <a:pt x="4216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7" name="直接连接符 26"/>
          <p:cNvCxnSpPr/>
          <p:nvPr userDrawn="1">
            <p:custDataLst>
              <p:tags r:id="rId5"/>
            </p:custDataLst>
          </p:nvPr>
        </p:nvCxnSpPr>
        <p:spPr>
          <a:xfrm flipH="1">
            <a:off x="4639403" y="5949950"/>
            <a:ext cx="6169025" cy="0"/>
          </a:xfrm>
          <a:prstGeom prst="line">
            <a:avLst/>
          </a:prstGeom>
          <a:ln w="25400" cap="rnd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2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 userDrawn="1">
            <p:custDataLst>
              <p:tags r:id="rId6"/>
            </p:custDataLst>
          </p:nvPr>
        </p:nvCxnSpPr>
        <p:spPr>
          <a:xfrm flipH="1">
            <a:off x="10915065" y="5949950"/>
            <a:ext cx="358226" cy="0"/>
          </a:xfrm>
          <a:prstGeom prst="line">
            <a:avLst/>
          </a:prstGeom>
          <a:ln w="25400" cap="rnd">
            <a:solidFill>
              <a:schemeClr val="accent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 userDrawn="1">
            <p:custDataLst>
              <p:tags r:id="rId7"/>
            </p:custDataLst>
          </p:nvPr>
        </p:nvCxnSpPr>
        <p:spPr>
          <a:xfrm flipH="1">
            <a:off x="11379928" y="5949950"/>
            <a:ext cx="135383" cy="0"/>
          </a:xfrm>
          <a:prstGeom prst="line">
            <a:avLst/>
          </a:prstGeom>
          <a:ln w="25400" cap="rnd">
            <a:solidFill>
              <a:schemeClr val="accent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/>
            <p:custDataLst>
              <p:tags r:id="rId8"/>
            </p:custDataLst>
          </p:nvPr>
        </p:nvSpPr>
        <p:spPr>
          <a:xfrm>
            <a:off x="3833407" y="3089881"/>
            <a:ext cx="7122469" cy="1747953"/>
          </a:xfrm>
        </p:spPr>
        <p:txBody>
          <a:bodyPr wrap="square" anchor="t" anchorCtr="0">
            <a:normAutofit/>
          </a:bodyPr>
          <a:lstStyle>
            <a:lvl1pPr algn="r">
              <a:lnSpc>
                <a:spcPct val="100000"/>
              </a:lnSpc>
              <a:defRPr sz="5400" b="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9"/>
            </p:custDataLst>
          </p:nvPr>
        </p:nvSpPr>
        <p:spPr>
          <a:xfrm>
            <a:off x="3833406" y="1946955"/>
            <a:ext cx="7122470" cy="972000"/>
          </a:xfrm>
        </p:spPr>
        <p:txBody>
          <a:bodyPr wrap="square"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400">
                <a:solidFill>
                  <a:schemeClr val="tx1">
                    <a:alpha val="7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38" name="文本占位符 37"/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8265034" y="4921400"/>
            <a:ext cx="2690842" cy="545625"/>
          </a:xfrm>
          <a:custGeom>
            <a:avLst/>
            <a:gdLst>
              <a:gd name="connsiteX0" fmla="*/ 0 w 2690842"/>
              <a:gd name="connsiteY0" fmla="*/ 0 h 545625"/>
              <a:gd name="connsiteX1" fmla="*/ 2690842 w 2690842"/>
              <a:gd name="connsiteY1" fmla="*/ 0 h 545625"/>
              <a:gd name="connsiteX2" fmla="*/ 2690842 w 2690842"/>
              <a:gd name="connsiteY2" fmla="*/ 440636 h 545625"/>
              <a:gd name="connsiteX3" fmla="*/ 2365574 w 2690842"/>
              <a:gd name="connsiteY3" fmla="*/ 440636 h 545625"/>
              <a:gd name="connsiteX4" fmla="*/ 2280214 w 2690842"/>
              <a:gd name="connsiteY4" fmla="*/ 545625 h 545625"/>
              <a:gd name="connsiteX5" fmla="*/ 0 w 2690842"/>
              <a:gd name="connsiteY5" fmla="*/ 545625 h 545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90842" h="545625">
                <a:moveTo>
                  <a:pt x="0" y="0"/>
                </a:moveTo>
                <a:lnTo>
                  <a:pt x="2690842" y="0"/>
                </a:lnTo>
                <a:lnTo>
                  <a:pt x="2690842" y="440636"/>
                </a:lnTo>
                <a:lnTo>
                  <a:pt x="2365574" y="440636"/>
                </a:lnTo>
                <a:lnTo>
                  <a:pt x="2280214" y="545625"/>
                </a:lnTo>
                <a:lnTo>
                  <a:pt x="0" y="545625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99000">
                  <a:schemeClr val="accent1">
                    <a:alpha val="70000"/>
                  </a:schemeClr>
                </a:gs>
              </a:gsLst>
              <a:lin ang="0" scaled="1"/>
              <a:tileRect/>
            </a:gradFill>
          </a:ln>
        </p:spPr>
        <p:txBody>
          <a:bodyPr wrap="square" rIns="540000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20" name="任意多边形: 形状 19"/>
          <p:cNvSpPr/>
          <p:nvPr userDrawn="1">
            <p:custDataLst>
              <p:tags r:id="rId14"/>
            </p:custDataLst>
          </p:nvPr>
        </p:nvSpPr>
        <p:spPr>
          <a:xfrm flipH="1" flipV="1">
            <a:off x="10606610" y="5397193"/>
            <a:ext cx="312253" cy="69831"/>
          </a:xfrm>
          <a:custGeom>
            <a:avLst/>
            <a:gdLst>
              <a:gd name="connsiteX0" fmla="*/ 278134 w 389081"/>
              <a:gd name="connsiteY0" fmla="*/ 89627 h 89627"/>
              <a:gd name="connsiteX1" fmla="*/ 329769 w 389081"/>
              <a:gd name="connsiteY1" fmla="*/ 89627 h 89627"/>
              <a:gd name="connsiteX2" fmla="*/ 389081 w 389081"/>
              <a:gd name="connsiteY2" fmla="*/ 0 h 89627"/>
              <a:gd name="connsiteX3" fmla="*/ 337446 w 389081"/>
              <a:gd name="connsiteY3" fmla="*/ 0 h 89627"/>
              <a:gd name="connsiteX4" fmla="*/ 185423 w 389081"/>
              <a:gd name="connsiteY4" fmla="*/ 89627 h 89627"/>
              <a:gd name="connsiteX5" fmla="*/ 237057 w 389081"/>
              <a:gd name="connsiteY5" fmla="*/ 89627 h 89627"/>
              <a:gd name="connsiteX6" fmla="*/ 296370 w 389081"/>
              <a:gd name="connsiteY6" fmla="*/ 0 h 89627"/>
              <a:gd name="connsiteX7" fmla="*/ 244735 w 389081"/>
              <a:gd name="connsiteY7" fmla="*/ 0 h 89627"/>
              <a:gd name="connsiteX8" fmla="*/ 92711 w 389081"/>
              <a:gd name="connsiteY8" fmla="*/ 89627 h 89627"/>
              <a:gd name="connsiteX9" fmla="*/ 144346 w 389081"/>
              <a:gd name="connsiteY9" fmla="*/ 89627 h 89627"/>
              <a:gd name="connsiteX10" fmla="*/ 203659 w 389081"/>
              <a:gd name="connsiteY10" fmla="*/ 0 h 89627"/>
              <a:gd name="connsiteX11" fmla="*/ 152024 w 389081"/>
              <a:gd name="connsiteY11" fmla="*/ 0 h 89627"/>
              <a:gd name="connsiteX12" fmla="*/ 0 w 389081"/>
              <a:gd name="connsiteY12" fmla="*/ 89627 h 89627"/>
              <a:gd name="connsiteX13" fmla="*/ 51635 w 389081"/>
              <a:gd name="connsiteY13" fmla="*/ 89627 h 89627"/>
              <a:gd name="connsiteX14" fmla="*/ 110947 w 389081"/>
              <a:gd name="connsiteY14" fmla="*/ 0 h 89627"/>
              <a:gd name="connsiteX15" fmla="*/ 59312 w 389081"/>
              <a:gd name="connsiteY15" fmla="*/ 0 h 8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89081" h="89627">
                <a:moveTo>
                  <a:pt x="278134" y="89627"/>
                </a:moveTo>
                <a:lnTo>
                  <a:pt x="329769" y="89627"/>
                </a:lnTo>
                <a:lnTo>
                  <a:pt x="389081" y="0"/>
                </a:lnTo>
                <a:lnTo>
                  <a:pt x="337446" y="0"/>
                </a:lnTo>
                <a:close/>
                <a:moveTo>
                  <a:pt x="185423" y="89627"/>
                </a:moveTo>
                <a:lnTo>
                  <a:pt x="237057" y="89627"/>
                </a:lnTo>
                <a:lnTo>
                  <a:pt x="296370" y="0"/>
                </a:lnTo>
                <a:lnTo>
                  <a:pt x="244735" y="0"/>
                </a:lnTo>
                <a:close/>
                <a:moveTo>
                  <a:pt x="92711" y="89627"/>
                </a:moveTo>
                <a:lnTo>
                  <a:pt x="144346" y="89627"/>
                </a:lnTo>
                <a:lnTo>
                  <a:pt x="203659" y="0"/>
                </a:lnTo>
                <a:lnTo>
                  <a:pt x="152024" y="0"/>
                </a:lnTo>
                <a:close/>
                <a:moveTo>
                  <a:pt x="0" y="89627"/>
                </a:moveTo>
                <a:lnTo>
                  <a:pt x="51635" y="89627"/>
                </a:lnTo>
                <a:lnTo>
                  <a:pt x="110947" y="0"/>
                </a:lnTo>
                <a:lnTo>
                  <a:pt x="59312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600"/>
          </a:p>
        </p:txBody>
      </p:sp>
      <p:sp>
        <p:nvSpPr>
          <p:cNvPr id="37" name="任意多边形: 形状 36"/>
          <p:cNvSpPr/>
          <p:nvPr userDrawn="1">
            <p:custDataLst>
              <p:tags r:id="rId15"/>
            </p:custDataLst>
          </p:nvPr>
        </p:nvSpPr>
        <p:spPr>
          <a:xfrm>
            <a:off x="0" y="460439"/>
            <a:ext cx="2968667" cy="5937123"/>
          </a:xfrm>
          <a:custGeom>
            <a:avLst/>
            <a:gdLst>
              <a:gd name="connsiteX0" fmla="*/ 0 w 2968667"/>
              <a:gd name="connsiteY0" fmla="*/ 0 h 5937123"/>
              <a:gd name="connsiteX1" fmla="*/ 2968459 w 2968667"/>
              <a:gd name="connsiteY1" fmla="*/ 2968457 h 5937123"/>
              <a:gd name="connsiteX2" fmla="*/ 2968667 w 2968667"/>
              <a:gd name="connsiteY2" fmla="*/ 2968457 h 5937123"/>
              <a:gd name="connsiteX3" fmla="*/ 0 w 2968667"/>
              <a:gd name="connsiteY3" fmla="*/ 5937123 h 5937123"/>
              <a:gd name="connsiteX4" fmla="*/ 0 w 2968667"/>
              <a:gd name="connsiteY4" fmla="*/ 4759980 h 5937123"/>
              <a:gd name="connsiteX5" fmla="*/ 1791524 w 2968667"/>
              <a:gd name="connsiteY5" fmla="*/ 2968457 h 5937123"/>
              <a:gd name="connsiteX6" fmla="*/ 0 w 2968667"/>
              <a:gd name="connsiteY6" fmla="*/ 1176935 h 593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68667" h="5937123">
                <a:moveTo>
                  <a:pt x="0" y="0"/>
                </a:moveTo>
                <a:lnTo>
                  <a:pt x="2968459" y="2968457"/>
                </a:lnTo>
                <a:lnTo>
                  <a:pt x="2968667" y="2968457"/>
                </a:lnTo>
                <a:lnTo>
                  <a:pt x="0" y="5937123"/>
                </a:lnTo>
                <a:lnTo>
                  <a:pt x="0" y="4759980"/>
                </a:lnTo>
                <a:lnTo>
                  <a:pt x="1791524" y="2968457"/>
                </a:lnTo>
                <a:lnTo>
                  <a:pt x="0" y="1176935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/>
          </a:p>
        </p:txBody>
      </p:sp>
      <p:cxnSp>
        <p:nvCxnSpPr>
          <p:cNvPr id="11" name="直接连接符 10"/>
          <p:cNvCxnSpPr/>
          <p:nvPr userDrawn="1">
            <p:custDataLst>
              <p:tags r:id="rId16"/>
            </p:custDataLst>
          </p:nvPr>
        </p:nvCxnSpPr>
        <p:spPr>
          <a:xfrm>
            <a:off x="1429263" y="699862"/>
            <a:ext cx="2207333" cy="2207333"/>
          </a:xfrm>
          <a:prstGeom prst="line">
            <a:avLst/>
          </a:prstGeom>
          <a:noFill/>
          <a:ln w="22225">
            <a:gradFill>
              <a:gsLst>
                <a:gs pos="917">
                  <a:schemeClr val="accent1">
                    <a:alpha val="0"/>
                  </a:schemeClr>
                </a:gs>
                <a:gs pos="97248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直接连接符 11"/>
          <p:cNvCxnSpPr/>
          <p:nvPr userDrawn="1">
            <p:custDataLst>
              <p:tags r:id="rId17"/>
            </p:custDataLst>
          </p:nvPr>
        </p:nvCxnSpPr>
        <p:spPr>
          <a:xfrm>
            <a:off x="1232452" y="699862"/>
            <a:ext cx="2207333" cy="2207333"/>
          </a:xfrm>
          <a:prstGeom prst="line">
            <a:avLst/>
          </a:prstGeom>
          <a:noFill/>
          <a:ln w="22225">
            <a:gradFill>
              <a:gsLst>
                <a:gs pos="917">
                  <a:schemeClr val="accent1">
                    <a:alpha val="0"/>
                  </a:schemeClr>
                </a:gs>
                <a:gs pos="97248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直接连接符 12"/>
          <p:cNvCxnSpPr/>
          <p:nvPr userDrawn="1">
            <p:custDataLst>
              <p:tags r:id="rId18"/>
            </p:custDataLst>
          </p:nvPr>
        </p:nvCxnSpPr>
        <p:spPr>
          <a:xfrm>
            <a:off x="1035640" y="699862"/>
            <a:ext cx="2207333" cy="2207333"/>
          </a:xfrm>
          <a:prstGeom prst="line">
            <a:avLst/>
          </a:prstGeom>
          <a:noFill/>
          <a:ln w="22225">
            <a:gradFill>
              <a:gsLst>
                <a:gs pos="917">
                  <a:schemeClr val="accent1">
                    <a:alpha val="0"/>
                  </a:schemeClr>
                </a:gs>
                <a:gs pos="97248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直接连接符 14"/>
          <p:cNvCxnSpPr/>
          <p:nvPr userDrawn="1">
            <p:custDataLst>
              <p:tags r:id="rId19"/>
            </p:custDataLst>
          </p:nvPr>
        </p:nvCxnSpPr>
        <p:spPr>
          <a:xfrm flipV="1">
            <a:off x="1429263" y="3962228"/>
            <a:ext cx="2207333" cy="2207333"/>
          </a:xfrm>
          <a:prstGeom prst="line">
            <a:avLst/>
          </a:prstGeom>
          <a:noFill/>
          <a:ln w="22225">
            <a:gradFill>
              <a:gsLst>
                <a:gs pos="917">
                  <a:schemeClr val="accent1">
                    <a:alpha val="0"/>
                  </a:schemeClr>
                </a:gs>
                <a:gs pos="97248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直接连接符 15"/>
          <p:cNvCxnSpPr/>
          <p:nvPr userDrawn="1">
            <p:custDataLst>
              <p:tags r:id="rId20"/>
            </p:custDataLst>
          </p:nvPr>
        </p:nvCxnSpPr>
        <p:spPr>
          <a:xfrm flipV="1">
            <a:off x="1232452" y="3962228"/>
            <a:ext cx="2207333" cy="2207333"/>
          </a:xfrm>
          <a:prstGeom prst="line">
            <a:avLst/>
          </a:prstGeom>
          <a:noFill/>
          <a:ln w="22225">
            <a:gradFill>
              <a:gsLst>
                <a:gs pos="917">
                  <a:schemeClr val="accent1">
                    <a:alpha val="0"/>
                  </a:schemeClr>
                </a:gs>
                <a:gs pos="97248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直接连接符 16"/>
          <p:cNvCxnSpPr/>
          <p:nvPr userDrawn="1">
            <p:custDataLst>
              <p:tags r:id="rId21"/>
            </p:custDataLst>
          </p:nvPr>
        </p:nvCxnSpPr>
        <p:spPr>
          <a:xfrm flipV="1">
            <a:off x="1035640" y="3962228"/>
            <a:ext cx="2207333" cy="2207333"/>
          </a:xfrm>
          <a:prstGeom prst="line">
            <a:avLst/>
          </a:prstGeom>
          <a:noFill/>
          <a:ln w="22225">
            <a:gradFill>
              <a:gsLst>
                <a:gs pos="917">
                  <a:schemeClr val="accent1">
                    <a:alpha val="0"/>
                  </a:schemeClr>
                </a:gs>
                <a:gs pos="97248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" name="任意多边形: 形状 25"/>
          <p:cNvSpPr/>
          <p:nvPr userDrawn="1">
            <p:custDataLst>
              <p:tags r:id="rId22"/>
            </p:custDataLst>
          </p:nvPr>
        </p:nvSpPr>
        <p:spPr>
          <a:xfrm>
            <a:off x="0" y="2874648"/>
            <a:ext cx="554354" cy="1108704"/>
          </a:xfrm>
          <a:custGeom>
            <a:avLst/>
            <a:gdLst>
              <a:gd name="connsiteX0" fmla="*/ 0 w 554354"/>
              <a:gd name="connsiteY0" fmla="*/ 0 h 1108704"/>
              <a:gd name="connsiteX1" fmla="*/ 554354 w 554354"/>
              <a:gd name="connsiteY1" fmla="*/ 554352 h 1108704"/>
              <a:gd name="connsiteX2" fmla="*/ 0 w 554354"/>
              <a:gd name="connsiteY2" fmla="*/ 1108704 h 1108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4354" h="1108704">
                <a:moveTo>
                  <a:pt x="0" y="0"/>
                </a:moveTo>
                <a:lnTo>
                  <a:pt x="554354" y="554352"/>
                </a:lnTo>
                <a:lnTo>
                  <a:pt x="0" y="1108704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 w="508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4" name="任意多边形: 形状 33"/>
          <p:cNvSpPr/>
          <p:nvPr userDrawn="1">
            <p:custDataLst>
              <p:tags r:id="rId23"/>
            </p:custDataLst>
          </p:nvPr>
        </p:nvSpPr>
        <p:spPr>
          <a:xfrm>
            <a:off x="0" y="1337201"/>
            <a:ext cx="2091874" cy="4183599"/>
          </a:xfrm>
          <a:custGeom>
            <a:avLst/>
            <a:gdLst>
              <a:gd name="connsiteX0" fmla="*/ 0 w 2091874"/>
              <a:gd name="connsiteY0" fmla="*/ 0 h 4183599"/>
              <a:gd name="connsiteX1" fmla="*/ 2091727 w 2091874"/>
              <a:gd name="connsiteY1" fmla="*/ 2091726 h 4183599"/>
              <a:gd name="connsiteX2" fmla="*/ 2091874 w 2091874"/>
              <a:gd name="connsiteY2" fmla="*/ 2091726 h 4183599"/>
              <a:gd name="connsiteX3" fmla="*/ 0 w 2091874"/>
              <a:gd name="connsiteY3" fmla="*/ 4183599 h 4183599"/>
              <a:gd name="connsiteX4" fmla="*/ 0 w 2091874"/>
              <a:gd name="connsiteY4" fmla="*/ 3354124 h 4183599"/>
              <a:gd name="connsiteX5" fmla="*/ 1262398 w 2091874"/>
              <a:gd name="connsiteY5" fmla="*/ 2091726 h 4183599"/>
              <a:gd name="connsiteX6" fmla="*/ 0 w 2091874"/>
              <a:gd name="connsiteY6" fmla="*/ 829327 h 418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91874" h="4183599">
                <a:moveTo>
                  <a:pt x="0" y="0"/>
                </a:moveTo>
                <a:lnTo>
                  <a:pt x="2091727" y="2091726"/>
                </a:lnTo>
                <a:lnTo>
                  <a:pt x="2091874" y="2091726"/>
                </a:lnTo>
                <a:lnTo>
                  <a:pt x="0" y="4183599"/>
                </a:lnTo>
                <a:lnTo>
                  <a:pt x="0" y="3354124"/>
                </a:lnTo>
                <a:lnTo>
                  <a:pt x="1262398" y="2091726"/>
                </a:lnTo>
                <a:lnTo>
                  <a:pt x="0" y="829327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41" name="任意多边形: 形状 40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3436547" cy="6858000"/>
          </a:xfrm>
          <a:custGeom>
            <a:avLst/>
            <a:gdLst>
              <a:gd name="connsiteX0" fmla="*/ 1 w 3436547"/>
              <a:gd name="connsiteY0" fmla="*/ 0 h 6871033"/>
              <a:gd name="connsiteX1" fmla="*/ 3436547 w 3436547"/>
              <a:gd name="connsiteY1" fmla="*/ 3435516 h 6871033"/>
              <a:gd name="connsiteX2" fmla="*/ 1 w 3436547"/>
              <a:gd name="connsiteY2" fmla="*/ 6871033 h 6871033"/>
              <a:gd name="connsiteX3" fmla="*/ 0 w 3436547"/>
              <a:gd name="connsiteY3" fmla="*/ 6871032 h 6871033"/>
              <a:gd name="connsiteX4" fmla="*/ 0 w 3436547"/>
              <a:gd name="connsiteY4" fmla="*/ 6041558 h 6871033"/>
              <a:gd name="connsiteX5" fmla="*/ 1 w 3436547"/>
              <a:gd name="connsiteY5" fmla="*/ 6041559 h 6871033"/>
              <a:gd name="connsiteX6" fmla="*/ 2606778 w 3436547"/>
              <a:gd name="connsiteY6" fmla="*/ 3435516 h 6871033"/>
              <a:gd name="connsiteX7" fmla="*/ 1 w 3436547"/>
              <a:gd name="connsiteY7" fmla="*/ 829475 h 6871033"/>
              <a:gd name="connsiteX8" fmla="*/ 0 w 3436547"/>
              <a:gd name="connsiteY8" fmla="*/ 829476 h 6871033"/>
              <a:gd name="connsiteX9" fmla="*/ 0 w 3436547"/>
              <a:gd name="connsiteY9" fmla="*/ 1 h 6871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36547" h="6871033">
                <a:moveTo>
                  <a:pt x="1" y="0"/>
                </a:moveTo>
                <a:lnTo>
                  <a:pt x="3436547" y="3435516"/>
                </a:lnTo>
                <a:lnTo>
                  <a:pt x="1" y="6871033"/>
                </a:lnTo>
                <a:lnTo>
                  <a:pt x="0" y="6871032"/>
                </a:lnTo>
                <a:lnTo>
                  <a:pt x="0" y="6041558"/>
                </a:lnTo>
                <a:lnTo>
                  <a:pt x="1" y="6041559"/>
                </a:lnTo>
                <a:lnTo>
                  <a:pt x="2606778" y="3435516"/>
                </a:lnTo>
                <a:lnTo>
                  <a:pt x="1" y="829475"/>
                </a:lnTo>
                <a:lnTo>
                  <a:pt x="0" y="829476"/>
                </a:lnTo>
                <a:lnTo>
                  <a:pt x="0" y="1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86000">
                <a:schemeClr val="accent1">
                  <a:alpha val="0"/>
                </a:schemeClr>
              </a:gs>
            </a:gsLst>
            <a:lin ang="5400000" scaled="1"/>
            <a:tileRect/>
          </a:gradFill>
          <a:ln w="1905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44" name="任意多边形: 形状 43"/>
          <p:cNvSpPr/>
          <p:nvPr userDrawn="1">
            <p:custDataLst>
              <p:tags r:id="rId25"/>
            </p:custDataLst>
          </p:nvPr>
        </p:nvSpPr>
        <p:spPr>
          <a:xfrm>
            <a:off x="1468573" y="0"/>
            <a:ext cx="4961673" cy="6857999"/>
          </a:xfrm>
          <a:custGeom>
            <a:avLst/>
            <a:gdLst>
              <a:gd name="connsiteX0" fmla="*/ 13037 w 4961673"/>
              <a:gd name="connsiteY0" fmla="*/ 0 h 6857999"/>
              <a:gd name="connsiteX1" fmla="*/ 1531645 w 4961673"/>
              <a:gd name="connsiteY1" fmla="*/ 0 h 6857999"/>
              <a:gd name="connsiteX2" fmla="*/ 4961673 w 4961673"/>
              <a:gd name="connsiteY2" fmla="*/ 3422495 h 6857999"/>
              <a:gd name="connsiteX3" fmla="*/ 1518608 w 4961673"/>
              <a:gd name="connsiteY3" fmla="*/ 6857999 h 6857999"/>
              <a:gd name="connsiteX4" fmla="*/ 0 w 4961673"/>
              <a:gd name="connsiteY4" fmla="*/ 6857999 h 6857999"/>
              <a:gd name="connsiteX5" fmla="*/ 3443005 w 4961673"/>
              <a:gd name="connsiteY5" fmla="*/ 342249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1673" h="6857999">
                <a:moveTo>
                  <a:pt x="13037" y="0"/>
                </a:moveTo>
                <a:lnTo>
                  <a:pt x="1531645" y="0"/>
                </a:lnTo>
                <a:lnTo>
                  <a:pt x="4961673" y="3422495"/>
                </a:lnTo>
                <a:lnTo>
                  <a:pt x="1518608" y="6857999"/>
                </a:lnTo>
                <a:lnTo>
                  <a:pt x="0" y="6857999"/>
                </a:lnTo>
                <a:lnTo>
                  <a:pt x="3443005" y="3422495"/>
                </a:lnTo>
                <a:close/>
              </a:path>
            </a:pathLst>
          </a:custGeom>
          <a:gradFill flip="none" rotWithShape="1">
            <a:gsLst>
              <a:gs pos="18000">
                <a:schemeClr val="accent1">
                  <a:alpha val="20000"/>
                </a:schemeClr>
              </a:gs>
              <a:gs pos="73000">
                <a:schemeClr val="accent1">
                  <a:alpha val="0"/>
                </a:schemeClr>
              </a:gs>
            </a:gsLst>
            <a:lin ang="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/>
          <p:cNvSpPr/>
          <p:nvPr userDrawn="1">
            <p:custDataLst>
              <p:tags r:id="rId3"/>
            </p:custDataLst>
          </p:nvPr>
        </p:nvSpPr>
        <p:spPr>
          <a:xfrm>
            <a:off x="7348406" y="0"/>
            <a:ext cx="4843594" cy="3860800"/>
          </a:xfrm>
          <a:prstGeom prst="rect">
            <a:avLst/>
          </a:prstGeom>
          <a:gradFill flip="none" rotWithShape="1">
            <a:gsLst>
              <a:gs pos="3600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 userDrawn="1">
            <p:custDataLst>
              <p:tags r:id="rId4"/>
            </p:custDataLst>
          </p:nvPr>
        </p:nvSpPr>
        <p:spPr>
          <a:xfrm>
            <a:off x="10172700" y="53476"/>
            <a:ext cx="2019297" cy="2019903"/>
          </a:xfrm>
          <a:custGeom>
            <a:avLst/>
            <a:gdLst>
              <a:gd name="connsiteX0" fmla="*/ 1 w 3435515"/>
              <a:gd name="connsiteY0" fmla="*/ 0 h 3436545"/>
              <a:gd name="connsiteX1" fmla="*/ 829476 w 3435515"/>
              <a:gd name="connsiteY1" fmla="*/ 0 h 3436545"/>
              <a:gd name="connsiteX2" fmla="*/ 829475 w 3435515"/>
              <a:gd name="connsiteY2" fmla="*/ 1 h 3436545"/>
              <a:gd name="connsiteX3" fmla="*/ 3435515 w 3435515"/>
              <a:gd name="connsiteY3" fmla="*/ 2606776 h 3436545"/>
              <a:gd name="connsiteX4" fmla="*/ 3435515 w 3435515"/>
              <a:gd name="connsiteY4" fmla="*/ 3436545 h 3436545"/>
              <a:gd name="connsiteX5" fmla="*/ 0 w 3435515"/>
              <a:gd name="connsiteY5" fmla="*/ 1 h 3436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35515" h="3436545">
                <a:moveTo>
                  <a:pt x="1" y="0"/>
                </a:moveTo>
                <a:lnTo>
                  <a:pt x="829476" y="0"/>
                </a:lnTo>
                <a:lnTo>
                  <a:pt x="829475" y="1"/>
                </a:lnTo>
                <a:lnTo>
                  <a:pt x="3435515" y="2606776"/>
                </a:lnTo>
                <a:lnTo>
                  <a:pt x="3435515" y="3436545"/>
                </a:lnTo>
                <a:lnTo>
                  <a:pt x="0" y="1"/>
                </a:lnTo>
                <a:close/>
              </a:path>
            </a:pathLst>
          </a:custGeom>
          <a:gradFill flip="none" rotWithShape="1">
            <a:gsLst>
              <a:gs pos="11000">
                <a:schemeClr val="accent1">
                  <a:alpha val="70000"/>
                </a:schemeClr>
              </a:gs>
              <a:gs pos="79000">
                <a:schemeClr val="accent1">
                  <a:alpha val="0"/>
                </a:schemeClr>
              </a:gs>
            </a:gsLst>
            <a:lin ang="1080000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 userDrawn="1">
            <p:custDataLst>
              <p:tags r:id="rId5"/>
            </p:custDataLst>
          </p:nvPr>
        </p:nvCxnSpPr>
        <p:spPr>
          <a:xfrm rot="5400000" flipV="1">
            <a:off x="10414702" y="703131"/>
            <a:ext cx="1297407" cy="1297408"/>
          </a:xfrm>
          <a:prstGeom prst="line">
            <a:avLst/>
          </a:prstGeom>
          <a:noFill/>
          <a:ln w="15875">
            <a:gradFill>
              <a:gsLst>
                <a:gs pos="917">
                  <a:schemeClr val="accent1">
                    <a:alpha val="0"/>
                  </a:schemeClr>
                </a:gs>
                <a:gs pos="97248">
                  <a:schemeClr val="accent1">
                    <a:alpha val="0"/>
                  </a:schemeClr>
                </a:gs>
                <a:gs pos="50000">
                  <a:schemeClr val="accent1">
                    <a:alpha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" name="直接连接符 5"/>
          <p:cNvCxnSpPr/>
          <p:nvPr userDrawn="1">
            <p:custDataLst>
              <p:tags r:id="rId6"/>
            </p:custDataLst>
          </p:nvPr>
        </p:nvCxnSpPr>
        <p:spPr>
          <a:xfrm rot="5400000" flipV="1">
            <a:off x="10414702" y="587450"/>
            <a:ext cx="1297407" cy="1297408"/>
          </a:xfrm>
          <a:prstGeom prst="line">
            <a:avLst/>
          </a:prstGeom>
          <a:noFill/>
          <a:ln w="15875">
            <a:gradFill>
              <a:gsLst>
                <a:gs pos="917">
                  <a:schemeClr val="accent1">
                    <a:alpha val="0"/>
                  </a:schemeClr>
                </a:gs>
                <a:gs pos="97248">
                  <a:schemeClr val="accent1">
                    <a:alpha val="0"/>
                  </a:schemeClr>
                </a:gs>
                <a:gs pos="50000">
                  <a:schemeClr val="accent1">
                    <a:alpha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直接连接符 9"/>
          <p:cNvCxnSpPr/>
          <p:nvPr userDrawn="1">
            <p:custDataLst>
              <p:tags r:id="rId7"/>
            </p:custDataLst>
          </p:nvPr>
        </p:nvCxnSpPr>
        <p:spPr>
          <a:xfrm rot="5400000" flipV="1">
            <a:off x="10433280" y="475577"/>
            <a:ext cx="1297407" cy="1297408"/>
          </a:xfrm>
          <a:prstGeom prst="line">
            <a:avLst/>
          </a:prstGeom>
          <a:noFill/>
          <a:ln w="15875">
            <a:gradFill>
              <a:gsLst>
                <a:gs pos="917">
                  <a:schemeClr val="accent1">
                    <a:alpha val="0"/>
                  </a:schemeClr>
                </a:gs>
                <a:gs pos="97248">
                  <a:schemeClr val="accent1">
                    <a:alpha val="0"/>
                  </a:schemeClr>
                </a:gs>
                <a:gs pos="50000">
                  <a:schemeClr val="accent1">
                    <a:alpha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任意多边形: 形状 10"/>
          <p:cNvSpPr/>
          <p:nvPr userDrawn="1">
            <p:custDataLst>
              <p:tags r:id="rId8"/>
            </p:custDataLst>
          </p:nvPr>
        </p:nvSpPr>
        <p:spPr>
          <a:xfrm>
            <a:off x="10346813" y="0"/>
            <a:ext cx="1780328" cy="1780862"/>
          </a:xfrm>
          <a:custGeom>
            <a:avLst/>
            <a:gdLst>
              <a:gd name="connsiteX0" fmla="*/ 1 w 2384969"/>
              <a:gd name="connsiteY0" fmla="*/ 0 h 2385685"/>
              <a:gd name="connsiteX1" fmla="*/ 653123 w 2384969"/>
              <a:gd name="connsiteY1" fmla="*/ 0 h 2385685"/>
              <a:gd name="connsiteX2" fmla="*/ 653122 w 2384969"/>
              <a:gd name="connsiteY2" fmla="*/ 1 h 2385685"/>
              <a:gd name="connsiteX3" fmla="*/ 2384969 w 2384969"/>
              <a:gd name="connsiteY3" fmla="*/ 1732337 h 2385685"/>
              <a:gd name="connsiteX4" fmla="*/ 2384969 w 2384969"/>
              <a:gd name="connsiteY4" fmla="*/ 2385685 h 2385685"/>
              <a:gd name="connsiteX5" fmla="*/ 0 w 2384969"/>
              <a:gd name="connsiteY5" fmla="*/ 1 h 2385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84969" h="2385685">
                <a:moveTo>
                  <a:pt x="1" y="0"/>
                </a:moveTo>
                <a:lnTo>
                  <a:pt x="653123" y="0"/>
                </a:lnTo>
                <a:lnTo>
                  <a:pt x="653122" y="1"/>
                </a:lnTo>
                <a:lnTo>
                  <a:pt x="2384969" y="1732337"/>
                </a:lnTo>
                <a:lnTo>
                  <a:pt x="2384969" y="2385685"/>
                </a:lnTo>
                <a:lnTo>
                  <a:pt x="0" y="1"/>
                </a:lnTo>
                <a:close/>
              </a:path>
            </a:pathLst>
          </a:custGeom>
          <a:gradFill flip="none" rotWithShape="1">
            <a:gsLst>
              <a:gs pos="9000">
                <a:schemeClr val="accent1">
                  <a:alpha val="70000"/>
                </a:schemeClr>
              </a:gs>
              <a:gs pos="79000">
                <a:schemeClr val="accent1">
                  <a:alpha val="0"/>
                </a:schemeClr>
              </a:gs>
            </a:gsLst>
            <a:lin ang="540000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9"/>
            </p:custDataLst>
          </p:nvPr>
        </p:nvSpPr>
        <p:spPr>
          <a:xfrm>
            <a:off x="865188" y="565200"/>
            <a:ext cx="1826022" cy="1081088"/>
          </a:xfrm>
        </p:spPr>
        <p:txBody>
          <a:bodyPr wrap="square"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 userDrawn="1"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 userDrawn="1"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 userDrawn="1"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任意多边形: 形状 20"/>
          <p:cNvSpPr/>
          <p:nvPr userDrawn="1">
            <p:custDataLst>
              <p:tags r:id="rId3"/>
            </p:custDataLst>
          </p:nvPr>
        </p:nvSpPr>
        <p:spPr>
          <a:xfrm>
            <a:off x="0" y="1299031"/>
            <a:ext cx="2130610" cy="4259938"/>
          </a:xfrm>
          <a:custGeom>
            <a:avLst/>
            <a:gdLst>
              <a:gd name="connsiteX0" fmla="*/ 1 w 2130610"/>
              <a:gd name="connsiteY0" fmla="*/ 0 h 4259938"/>
              <a:gd name="connsiteX1" fmla="*/ 2130610 w 2130610"/>
              <a:gd name="connsiteY1" fmla="*/ 2129969 h 4259938"/>
              <a:gd name="connsiteX2" fmla="*/ 1 w 2130610"/>
              <a:gd name="connsiteY2" fmla="*/ 4259938 h 4259938"/>
              <a:gd name="connsiteX3" fmla="*/ 0 w 2130610"/>
              <a:gd name="connsiteY3" fmla="*/ 4259938 h 4259938"/>
              <a:gd name="connsiteX4" fmla="*/ 0 w 2130610"/>
              <a:gd name="connsiteY4" fmla="*/ 3745676 h 4259938"/>
              <a:gd name="connsiteX5" fmla="*/ 1 w 2130610"/>
              <a:gd name="connsiteY5" fmla="*/ 3745676 h 4259938"/>
              <a:gd name="connsiteX6" fmla="*/ 1616165 w 2130610"/>
              <a:gd name="connsiteY6" fmla="*/ 2129969 h 4259938"/>
              <a:gd name="connsiteX7" fmla="*/ 1 w 2130610"/>
              <a:gd name="connsiteY7" fmla="*/ 514262 h 4259938"/>
              <a:gd name="connsiteX8" fmla="*/ 0 w 2130610"/>
              <a:gd name="connsiteY8" fmla="*/ 514263 h 4259938"/>
              <a:gd name="connsiteX9" fmla="*/ 0 w 2130610"/>
              <a:gd name="connsiteY9" fmla="*/ 1 h 4259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30610" h="4259938">
                <a:moveTo>
                  <a:pt x="1" y="0"/>
                </a:moveTo>
                <a:lnTo>
                  <a:pt x="2130610" y="2129969"/>
                </a:lnTo>
                <a:lnTo>
                  <a:pt x="1" y="4259938"/>
                </a:lnTo>
                <a:lnTo>
                  <a:pt x="0" y="4259938"/>
                </a:lnTo>
                <a:lnTo>
                  <a:pt x="0" y="3745676"/>
                </a:lnTo>
                <a:lnTo>
                  <a:pt x="1" y="3745676"/>
                </a:lnTo>
                <a:lnTo>
                  <a:pt x="1616165" y="2129969"/>
                </a:lnTo>
                <a:lnTo>
                  <a:pt x="1" y="514262"/>
                </a:lnTo>
                <a:lnTo>
                  <a:pt x="0" y="514263"/>
                </a:lnTo>
                <a:lnTo>
                  <a:pt x="0" y="1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70000"/>
                </a:schemeClr>
              </a:gs>
              <a:gs pos="86000">
                <a:schemeClr val="accent1">
                  <a:alpha val="0"/>
                </a:schemeClr>
              </a:gs>
            </a:gsLst>
            <a:lin ang="5400000" scaled="1"/>
            <a:tileRect/>
          </a:gradFill>
          <a:ln w="1905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3" name="任意多边形: 形状 22"/>
          <p:cNvSpPr/>
          <p:nvPr userDrawn="1">
            <p:custDataLst>
              <p:tags r:id="rId4"/>
            </p:custDataLst>
          </p:nvPr>
        </p:nvSpPr>
        <p:spPr>
          <a:xfrm>
            <a:off x="0" y="2131620"/>
            <a:ext cx="1296932" cy="2593769"/>
          </a:xfrm>
          <a:custGeom>
            <a:avLst/>
            <a:gdLst>
              <a:gd name="connsiteX0" fmla="*/ 0 w 1296932"/>
              <a:gd name="connsiteY0" fmla="*/ 0 h 2593769"/>
              <a:gd name="connsiteX1" fmla="*/ 1296840 w 1296932"/>
              <a:gd name="connsiteY1" fmla="*/ 1296839 h 2593769"/>
              <a:gd name="connsiteX2" fmla="*/ 1296932 w 1296932"/>
              <a:gd name="connsiteY2" fmla="*/ 1296839 h 2593769"/>
              <a:gd name="connsiteX3" fmla="*/ 0 w 1296932"/>
              <a:gd name="connsiteY3" fmla="*/ 2593769 h 2593769"/>
              <a:gd name="connsiteX4" fmla="*/ 0 w 1296932"/>
              <a:gd name="connsiteY4" fmla="*/ 2079507 h 2593769"/>
              <a:gd name="connsiteX5" fmla="*/ 782669 w 1296932"/>
              <a:gd name="connsiteY5" fmla="*/ 1296839 h 2593769"/>
              <a:gd name="connsiteX6" fmla="*/ 0 w 1296932"/>
              <a:gd name="connsiteY6" fmla="*/ 514171 h 259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96932" h="2593769">
                <a:moveTo>
                  <a:pt x="0" y="0"/>
                </a:moveTo>
                <a:lnTo>
                  <a:pt x="1296840" y="1296839"/>
                </a:lnTo>
                <a:lnTo>
                  <a:pt x="1296932" y="1296839"/>
                </a:lnTo>
                <a:lnTo>
                  <a:pt x="0" y="2593769"/>
                </a:lnTo>
                <a:lnTo>
                  <a:pt x="0" y="2079507"/>
                </a:lnTo>
                <a:lnTo>
                  <a:pt x="782669" y="1296839"/>
                </a:lnTo>
                <a:lnTo>
                  <a:pt x="0" y="514171"/>
                </a:lnTo>
                <a:close/>
              </a:path>
            </a:pathLst>
          </a:custGeom>
          <a:gradFill flip="none" rotWithShape="1">
            <a:gsLst>
              <a:gs pos="12000">
                <a:schemeClr val="accent1">
                  <a:alpha val="98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6" name="任意多边形: 形状 25"/>
          <p:cNvSpPr/>
          <p:nvPr userDrawn="1">
            <p:custDataLst>
              <p:tags r:id="rId5"/>
            </p:custDataLst>
          </p:nvPr>
        </p:nvSpPr>
        <p:spPr>
          <a:xfrm>
            <a:off x="0" y="1588536"/>
            <a:ext cx="1840531" cy="3680928"/>
          </a:xfrm>
          <a:custGeom>
            <a:avLst/>
            <a:gdLst>
              <a:gd name="connsiteX0" fmla="*/ 0 w 1840531"/>
              <a:gd name="connsiteY0" fmla="*/ 0 h 3680928"/>
              <a:gd name="connsiteX1" fmla="*/ 1840401 w 1840531"/>
              <a:gd name="connsiteY1" fmla="*/ 1840399 h 3680928"/>
              <a:gd name="connsiteX2" fmla="*/ 1840531 w 1840531"/>
              <a:gd name="connsiteY2" fmla="*/ 1840399 h 3680928"/>
              <a:gd name="connsiteX3" fmla="*/ 0 w 1840531"/>
              <a:gd name="connsiteY3" fmla="*/ 3680928 h 3680928"/>
              <a:gd name="connsiteX4" fmla="*/ 0 w 1840531"/>
              <a:gd name="connsiteY4" fmla="*/ 2951117 h 3680928"/>
              <a:gd name="connsiteX5" fmla="*/ 1110719 w 1840531"/>
              <a:gd name="connsiteY5" fmla="*/ 1840399 h 3680928"/>
              <a:gd name="connsiteX6" fmla="*/ 0 w 1840531"/>
              <a:gd name="connsiteY6" fmla="*/ 729681 h 3680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40531" h="3680928">
                <a:moveTo>
                  <a:pt x="0" y="0"/>
                </a:moveTo>
                <a:lnTo>
                  <a:pt x="1840401" y="1840399"/>
                </a:lnTo>
                <a:lnTo>
                  <a:pt x="1840531" y="1840399"/>
                </a:lnTo>
                <a:lnTo>
                  <a:pt x="0" y="3680928"/>
                </a:lnTo>
                <a:lnTo>
                  <a:pt x="0" y="2951117"/>
                </a:lnTo>
                <a:lnTo>
                  <a:pt x="1110719" y="1840399"/>
                </a:lnTo>
                <a:lnTo>
                  <a:pt x="0" y="729681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080000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7" name="任意多边形: 形状 26"/>
          <p:cNvSpPr/>
          <p:nvPr userDrawn="1">
            <p:custDataLst>
              <p:tags r:id="rId6"/>
            </p:custDataLst>
          </p:nvPr>
        </p:nvSpPr>
        <p:spPr>
          <a:xfrm>
            <a:off x="0" y="1"/>
            <a:ext cx="4961673" cy="6857999"/>
          </a:xfrm>
          <a:custGeom>
            <a:avLst/>
            <a:gdLst>
              <a:gd name="connsiteX0" fmla="*/ 13037 w 4961673"/>
              <a:gd name="connsiteY0" fmla="*/ 0 h 6857999"/>
              <a:gd name="connsiteX1" fmla="*/ 1531645 w 4961673"/>
              <a:gd name="connsiteY1" fmla="*/ 0 h 6857999"/>
              <a:gd name="connsiteX2" fmla="*/ 4961673 w 4961673"/>
              <a:gd name="connsiteY2" fmla="*/ 3422495 h 6857999"/>
              <a:gd name="connsiteX3" fmla="*/ 1518608 w 4961673"/>
              <a:gd name="connsiteY3" fmla="*/ 6857999 h 6857999"/>
              <a:gd name="connsiteX4" fmla="*/ 0 w 4961673"/>
              <a:gd name="connsiteY4" fmla="*/ 6857999 h 6857999"/>
              <a:gd name="connsiteX5" fmla="*/ 3443005 w 4961673"/>
              <a:gd name="connsiteY5" fmla="*/ 342249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1673" h="6857999">
                <a:moveTo>
                  <a:pt x="13037" y="0"/>
                </a:moveTo>
                <a:lnTo>
                  <a:pt x="1531645" y="0"/>
                </a:lnTo>
                <a:lnTo>
                  <a:pt x="4961673" y="3422495"/>
                </a:lnTo>
                <a:lnTo>
                  <a:pt x="1518608" y="6857999"/>
                </a:lnTo>
                <a:lnTo>
                  <a:pt x="0" y="6857999"/>
                </a:lnTo>
                <a:lnTo>
                  <a:pt x="3443005" y="3422495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20000"/>
                </a:schemeClr>
              </a:gs>
              <a:gs pos="73000">
                <a:schemeClr val="accent1">
                  <a:alpha val="0"/>
                </a:schemeClr>
              </a:gs>
            </a:gsLst>
            <a:lin ang="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0" name="任意多边形: 形状 29"/>
          <p:cNvSpPr/>
          <p:nvPr userDrawn="1">
            <p:custDataLst>
              <p:tags r:id="rId7"/>
            </p:custDataLst>
          </p:nvPr>
        </p:nvSpPr>
        <p:spPr>
          <a:xfrm flipH="1">
            <a:off x="10061390" y="1299031"/>
            <a:ext cx="2130610" cy="4259938"/>
          </a:xfrm>
          <a:custGeom>
            <a:avLst/>
            <a:gdLst>
              <a:gd name="connsiteX0" fmla="*/ 1 w 2130610"/>
              <a:gd name="connsiteY0" fmla="*/ 0 h 4259938"/>
              <a:gd name="connsiteX1" fmla="*/ 2130610 w 2130610"/>
              <a:gd name="connsiteY1" fmla="*/ 2129969 h 4259938"/>
              <a:gd name="connsiteX2" fmla="*/ 1 w 2130610"/>
              <a:gd name="connsiteY2" fmla="*/ 4259938 h 4259938"/>
              <a:gd name="connsiteX3" fmla="*/ 0 w 2130610"/>
              <a:gd name="connsiteY3" fmla="*/ 4259938 h 4259938"/>
              <a:gd name="connsiteX4" fmla="*/ 0 w 2130610"/>
              <a:gd name="connsiteY4" fmla="*/ 3745676 h 4259938"/>
              <a:gd name="connsiteX5" fmla="*/ 1 w 2130610"/>
              <a:gd name="connsiteY5" fmla="*/ 3745676 h 4259938"/>
              <a:gd name="connsiteX6" fmla="*/ 1616165 w 2130610"/>
              <a:gd name="connsiteY6" fmla="*/ 2129969 h 4259938"/>
              <a:gd name="connsiteX7" fmla="*/ 1 w 2130610"/>
              <a:gd name="connsiteY7" fmla="*/ 514262 h 4259938"/>
              <a:gd name="connsiteX8" fmla="*/ 0 w 2130610"/>
              <a:gd name="connsiteY8" fmla="*/ 514263 h 4259938"/>
              <a:gd name="connsiteX9" fmla="*/ 0 w 2130610"/>
              <a:gd name="connsiteY9" fmla="*/ 1 h 4259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30610" h="4259938">
                <a:moveTo>
                  <a:pt x="1" y="0"/>
                </a:moveTo>
                <a:lnTo>
                  <a:pt x="2130610" y="2129969"/>
                </a:lnTo>
                <a:lnTo>
                  <a:pt x="1" y="4259938"/>
                </a:lnTo>
                <a:lnTo>
                  <a:pt x="0" y="4259938"/>
                </a:lnTo>
                <a:lnTo>
                  <a:pt x="0" y="3745676"/>
                </a:lnTo>
                <a:lnTo>
                  <a:pt x="1" y="3745676"/>
                </a:lnTo>
                <a:lnTo>
                  <a:pt x="1616165" y="2129969"/>
                </a:lnTo>
                <a:lnTo>
                  <a:pt x="1" y="514262"/>
                </a:lnTo>
                <a:lnTo>
                  <a:pt x="0" y="514263"/>
                </a:lnTo>
                <a:lnTo>
                  <a:pt x="0" y="1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70000"/>
                </a:schemeClr>
              </a:gs>
              <a:gs pos="86000">
                <a:schemeClr val="accent1">
                  <a:alpha val="0"/>
                </a:schemeClr>
              </a:gs>
            </a:gsLst>
            <a:lin ang="5400000" scaled="1"/>
            <a:tileRect/>
          </a:gradFill>
          <a:ln w="1905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1" name="任意多边形: 形状 30"/>
          <p:cNvSpPr/>
          <p:nvPr userDrawn="1">
            <p:custDataLst>
              <p:tags r:id="rId8"/>
            </p:custDataLst>
          </p:nvPr>
        </p:nvSpPr>
        <p:spPr>
          <a:xfrm flipH="1">
            <a:off x="10895068" y="2131620"/>
            <a:ext cx="1296932" cy="2593769"/>
          </a:xfrm>
          <a:custGeom>
            <a:avLst/>
            <a:gdLst>
              <a:gd name="connsiteX0" fmla="*/ 0 w 1296932"/>
              <a:gd name="connsiteY0" fmla="*/ 0 h 2593769"/>
              <a:gd name="connsiteX1" fmla="*/ 1296840 w 1296932"/>
              <a:gd name="connsiteY1" fmla="*/ 1296839 h 2593769"/>
              <a:gd name="connsiteX2" fmla="*/ 1296932 w 1296932"/>
              <a:gd name="connsiteY2" fmla="*/ 1296839 h 2593769"/>
              <a:gd name="connsiteX3" fmla="*/ 0 w 1296932"/>
              <a:gd name="connsiteY3" fmla="*/ 2593769 h 2593769"/>
              <a:gd name="connsiteX4" fmla="*/ 0 w 1296932"/>
              <a:gd name="connsiteY4" fmla="*/ 2079507 h 2593769"/>
              <a:gd name="connsiteX5" fmla="*/ 782669 w 1296932"/>
              <a:gd name="connsiteY5" fmla="*/ 1296839 h 2593769"/>
              <a:gd name="connsiteX6" fmla="*/ 0 w 1296932"/>
              <a:gd name="connsiteY6" fmla="*/ 514171 h 259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96932" h="2593769">
                <a:moveTo>
                  <a:pt x="0" y="0"/>
                </a:moveTo>
                <a:lnTo>
                  <a:pt x="1296840" y="1296839"/>
                </a:lnTo>
                <a:lnTo>
                  <a:pt x="1296932" y="1296839"/>
                </a:lnTo>
                <a:lnTo>
                  <a:pt x="0" y="2593769"/>
                </a:lnTo>
                <a:lnTo>
                  <a:pt x="0" y="2079507"/>
                </a:lnTo>
                <a:lnTo>
                  <a:pt x="782669" y="1296839"/>
                </a:lnTo>
                <a:lnTo>
                  <a:pt x="0" y="514171"/>
                </a:lnTo>
                <a:close/>
              </a:path>
            </a:pathLst>
          </a:custGeom>
          <a:gradFill flip="none" rotWithShape="1">
            <a:gsLst>
              <a:gs pos="12000">
                <a:schemeClr val="accent1">
                  <a:alpha val="98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2" name="任意多边形: 形状 31"/>
          <p:cNvSpPr/>
          <p:nvPr userDrawn="1">
            <p:custDataLst>
              <p:tags r:id="rId9"/>
            </p:custDataLst>
          </p:nvPr>
        </p:nvSpPr>
        <p:spPr>
          <a:xfrm flipH="1">
            <a:off x="10351469" y="1588536"/>
            <a:ext cx="1840531" cy="3680928"/>
          </a:xfrm>
          <a:custGeom>
            <a:avLst/>
            <a:gdLst>
              <a:gd name="connsiteX0" fmla="*/ 0 w 1840531"/>
              <a:gd name="connsiteY0" fmla="*/ 0 h 3680928"/>
              <a:gd name="connsiteX1" fmla="*/ 1840401 w 1840531"/>
              <a:gd name="connsiteY1" fmla="*/ 1840399 h 3680928"/>
              <a:gd name="connsiteX2" fmla="*/ 1840531 w 1840531"/>
              <a:gd name="connsiteY2" fmla="*/ 1840399 h 3680928"/>
              <a:gd name="connsiteX3" fmla="*/ 0 w 1840531"/>
              <a:gd name="connsiteY3" fmla="*/ 3680928 h 3680928"/>
              <a:gd name="connsiteX4" fmla="*/ 0 w 1840531"/>
              <a:gd name="connsiteY4" fmla="*/ 2951117 h 3680928"/>
              <a:gd name="connsiteX5" fmla="*/ 1110719 w 1840531"/>
              <a:gd name="connsiteY5" fmla="*/ 1840399 h 3680928"/>
              <a:gd name="connsiteX6" fmla="*/ 0 w 1840531"/>
              <a:gd name="connsiteY6" fmla="*/ 729681 h 3680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40531" h="3680928">
                <a:moveTo>
                  <a:pt x="0" y="0"/>
                </a:moveTo>
                <a:lnTo>
                  <a:pt x="1840401" y="1840399"/>
                </a:lnTo>
                <a:lnTo>
                  <a:pt x="1840531" y="1840399"/>
                </a:lnTo>
                <a:lnTo>
                  <a:pt x="0" y="3680928"/>
                </a:lnTo>
                <a:lnTo>
                  <a:pt x="0" y="2951117"/>
                </a:lnTo>
                <a:lnTo>
                  <a:pt x="1110719" y="1840399"/>
                </a:lnTo>
                <a:lnTo>
                  <a:pt x="0" y="729681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080000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3" name="任意多边形: 形状 32"/>
          <p:cNvSpPr/>
          <p:nvPr userDrawn="1">
            <p:custDataLst>
              <p:tags r:id="rId10"/>
            </p:custDataLst>
          </p:nvPr>
        </p:nvSpPr>
        <p:spPr>
          <a:xfrm flipH="1">
            <a:off x="7230327" y="1"/>
            <a:ext cx="4961673" cy="6857999"/>
          </a:xfrm>
          <a:custGeom>
            <a:avLst/>
            <a:gdLst>
              <a:gd name="connsiteX0" fmla="*/ 13037 w 4961673"/>
              <a:gd name="connsiteY0" fmla="*/ 0 h 6857999"/>
              <a:gd name="connsiteX1" fmla="*/ 1531645 w 4961673"/>
              <a:gd name="connsiteY1" fmla="*/ 0 h 6857999"/>
              <a:gd name="connsiteX2" fmla="*/ 4961673 w 4961673"/>
              <a:gd name="connsiteY2" fmla="*/ 3422495 h 6857999"/>
              <a:gd name="connsiteX3" fmla="*/ 1518608 w 4961673"/>
              <a:gd name="connsiteY3" fmla="*/ 6857999 h 6857999"/>
              <a:gd name="connsiteX4" fmla="*/ 0 w 4961673"/>
              <a:gd name="connsiteY4" fmla="*/ 6857999 h 6857999"/>
              <a:gd name="connsiteX5" fmla="*/ 3443005 w 4961673"/>
              <a:gd name="connsiteY5" fmla="*/ 342249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1673" h="6857999">
                <a:moveTo>
                  <a:pt x="13037" y="0"/>
                </a:moveTo>
                <a:lnTo>
                  <a:pt x="1531645" y="0"/>
                </a:lnTo>
                <a:lnTo>
                  <a:pt x="4961673" y="3422495"/>
                </a:lnTo>
                <a:lnTo>
                  <a:pt x="1518608" y="6857999"/>
                </a:lnTo>
                <a:lnTo>
                  <a:pt x="0" y="6857999"/>
                </a:lnTo>
                <a:lnTo>
                  <a:pt x="3443005" y="3422495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20000"/>
                </a:schemeClr>
              </a:gs>
              <a:gs pos="73000">
                <a:schemeClr val="accent1">
                  <a:alpha val="0"/>
                </a:schemeClr>
              </a:gs>
            </a:gsLst>
            <a:lin ang="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4" name="任意多边形: 形状 13"/>
          <p:cNvSpPr/>
          <p:nvPr userDrawn="1">
            <p:custDataLst>
              <p:tags r:id="rId11"/>
            </p:custDataLst>
          </p:nvPr>
        </p:nvSpPr>
        <p:spPr>
          <a:xfrm>
            <a:off x="5872175" y="4594942"/>
            <a:ext cx="447650" cy="67872"/>
          </a:xfrm>
          <a:custGeom>
            <a:avLst/>
            <a:gdLst>
              <a:gd name="connsiteX0" fmla="*/ 413714 w 447650"/>
              <a:gd name="connsiteY0" fmla="*/ 0 h 67872"/>
              <a:gd name="connsiteX1" fmla="*/ 447650 w 447650"/>
              <a:gd name="connsiteY1" fmla="*/ 33936 h 67872"/>
              <a:gd name="connsiteX2" fmla="*/ 413714 w 447650"/>
              <a:gd name="connsiteY2" fmla="*/ 67872 h 67872"/>
              <a:gd name="connsiteX3" fmla="*/ 379778 w 447650"/>
              <a:gd name="connsiteY3" fmla="*/ 33936 h 67872"/>
              <a:gd name="connsiteX4" fmla="*/ 413714 w 447650"/>
              <a:gd name="connsiteY4" fmla="*/ 0 h 67872"/>
              <a:gd name="connsiteX5" fmla="*/ 287122 w 447650"/>
              <a:gd name="connsiteY5" fmla="*/ 0 h 67872"/>
              <a:gd name="connsiteX6" fmla="*/ 321058 w 447650"/>
              <a:gd name="connsiteY6" fmla="*/ 33936 h 67872"/>
              <a:gd name="connsiteX7" fmla="*/ 287122 w 447650"/>
              <a:gd name="connsiteY7" fmla="*/ 67872 h 67872"/>
              <a:gd name="connsiteX8" fmla="*/ 253186 w 447650"/>
              <a:gd name="connsiteY8" fmla="*/ 33936 h 67872"/>
              <a:gd name="connsiteX9" fmla="*/ 287122 w 447650"/>
              <a:gd name="connsiteY9" fmla="*/ 0 h 67872"/>
              <a:gd name="connsiteX10" fmla="*/ 160529 w 447650"/>
              <a:gd name="connsiteY10" fmla="*/ 0 h 67872"/>
              <a:gd name="connsiteX11" fmla="*/ 194465 w 447650"/>
              <a:gd name="connsiteY11" fmla="*/ 33936 h 67872"/>
              <a:gd name="connsiteX12" fmla="*/ 160529 w 447650"/>
              <a:gd name="connsiteY12" fmla="*/ 67872 h 67872"/>
              <a:gd name="connsiteX13" fmla="*/ 126593 w 447650"/>
              <a:gd name="connsiteY13" fmla="*/ 33936 h 67872"/>
              <a:gd name="connsiteX14" fmla="*/ 160529 w 447650"/>
              <a:gd name="connsiteY14" fmla="*/ 0 h 67872"/>
              <a:gd name="connsiteX15" fmla="*/ 33936 w 447650"/>
              <a:gd name="connsiteY15" fmla="*/ 0 h 67872"/>
              <a:gd name="connsiteX16" fmla="*/ 67872 w 447650"/>
              <a:gd name="connsiteY16" fmla="*/ 33936 h 67872"/>
              <a:gd name="connsiteX17" fmla="*/ 33936 w 447650"/>
              <a:gd name="connsiteY17" fmla="*/ 67872 h 67872"/>
              <a:gd name="connsiteX18" fmla="*/ 0 w 447650"/>
              <a:gd name="connsiteY18" fmla="*/ 33936 h 67872"/>
              <a:gd name="connsiteX19" fmla="*/ 33936 w 447650"/>
              <a:gd name="connsiteY19" fmla="*/ 0 h 67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47650" h="67872">
                <a:moveTo>
                  <a:pt x="413714" y="0"/>
                </a:moveTo>
                <a:cubicBezTo>
                  <a:pt x="432456" y="0"/>
                  <a:pt x="447650" y="15194"/>
                  <a:pt x="447650" y="33936"/>
                </a:cubicBezTo>
                <a:cubicBezTo>
                  <a:pt x="447650" y="52678"/>
                  <a:pt x="432456" y="67872"/>
                  <a:pt x="413714" y="67872"/>
                </a:cubicBezTo>
                <a:cubicBezTo>
                  <a:pt x="394972" y="67872"/>
                  <a:pt x="379778" y="52678"/>
                  <a:pt x="379778" y="33936"/>
                </a:cubicBezTo>
                <a:cubicBezTo>
                  <a:pt x="379778" y="15194"/>
                  <a:pt x="394972" y="0"/>
                  <a:pt x="413714" y="0"/>
                </a:cubicBezTo>
                <a:close/>
                <a:moveTo>
                  <a:pt x="287122" y="0"/>
                </a:moveTo>
                <a:cubicBezTo>
                  <a:pt x="305864" y="0"/>
                  <a:pt x="321058" y="15194"/>
                  <a:pt x="321058" y="33936"/>
                </a:cubicBezTo>
                <a:cubicBezTo>
                  <a:pt x="321058" y="52678"/>
                  <a:pt x="305864" y="67872"/>
                  <a:pt x="287122" y="67872"/>
                </a:cubicBezTo>
                <a:cubicBezTo>
                  <a:pt x="268380" y="67872"/>
                  <a:pt x="253186" y="52678"/>
                  <a:pt x="253186" y="33936"/>
                </a:cubicBezTo>
                <a:cubicBezTo>
                  <a:pt x="253186" y="15194"/>
                  <a:pt x="268380" y="0"/>
                  <a:pt x="287122" y="0"/>
                </a:cubicBezTo>
                <a:close/>
                <a:moveTo>
                  <a:pt x="160529" y="0"/>
                </a:moveTo>
                <a:cubicBezTo>
                  <a:pt x="179271" y="0"/>
                  <a:pt x="194465" y="15194"/>
                  <a:pt x="194465" y="33936"/>
                </a:cubicBezTo>
                <a:cubicBezTo>
                  <a:pt x="194465" y="52678"/>
                  <a:pt x="179271" y="67872"/>
                  <a:pt x="160529" y="67872"/>
                </a:cubicBezTo>
                <a:cubicBezTo>
                  <a:pt x="141787" y="67872"/>
                  <a:pt x="126593" y="52678"/>
                  <a:pt x="126593" y="33936"/>
                </a:cubicBezTo>
                <a:cubicBezTo>
                  <a:pt x="126593" y="15194"/>
                  <a:pt x="141787" y="0"/>
                  <a:pt x="160529" y="0"/>
                </a:cubicBezTo>
                <a:close/>
                <a:moveTo>
                  <a:pt x="33936" y="0"/>
                </a:moveTo>
                <a:cubicBezTo>
                  <a:pt x="52678" y="0"/>
                  <a:pt x="67872" y="15194"/>
                  <a:pt x="67872" y="33936"/>
                </a:cubicBezTo>
                <a:cubicBezTo>
                  <a:pt x="67872" y="52678"/>
                  <a:pt x="52678" y="67872"/>
                  <a:pt x="33936" y="67872"/>
                </a:cubicBezTo>
                <a:cubicBezTo>
                  <a:pt x="15194" y="67872"/>
                  <a:pt x="0" y="52678"/>
                  <a:pt x="0" y="33936"/>
                </a:cubicBezTo>
                <a:cubicBezTo>
                  <a:pt x="0" y="15194"/>
                  <a:pt x="15194" y="0"/>
                  <a:pt x="339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 userDrawn="1">
            <p:custDataLst>
              <p:tags r:id="rId12"/>
            </p:custDataLst>
          </p:nvPr>
        </p:nvCxnSpPr>
        <p:spPr>
          <a:xfrm flipH="1">
            <a:off x="3655150" y="4628878"/>
            <a:ext cx="1440000" cy="0"/>
          </a:xfrm>
          <a:prstGeom prst="line">
            <a:avLst/>
          </a:prstGeom>
          <a:ln w="25400" cap="rnd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>
            <p:custDataLst>
              <p:tags r:id="rId13"/>
            </p:custDataLst>
          </p:nvPr>
        </p:nvCxnSpPr>
        <p:spPr>
          <a:xfrm>
            <a:off x="7096850" y="4628878"/>
            <a:ext cx="1440000" cy="0"/>
          </a:xfrm>
          <a:prstGeom prst="line">
            <a:avLst/>
          </a:prstGeom>
          <a:ln w="25400" cap="rnd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14"/>
            </p:custDataLst>
          </p:nvPr>
        </p:nvSpPr>
        <p:spPr>
          <a:xfrm>
            <a:off x="1526400" y="3041598"/>
            <a:ext cx="9144000" cy="1152000"/>
          </a:xfrm>
        </p:spPr>
        <p:txBody>
          <a:bodyPr wrap="square" anchor="t" anchorCtr="0">
            <a:normAutofit/>
          </a:bodyPr>
          <a:lstStyle>
            <a:lvl1pPr algn="ctr">
              <a:defRPr sz="5400" b="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 userDrawn="1">
            <p:ph type="dt" sz="half" idx="10"/>
            <p:custDataLst>
              <p:tags r:id="rId1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 userDrawn="1">
            <p:ph type="ftr" sz="quarter" idx="11"/>
            <p:custDataLst>
              <p:tags r:id="rId1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 userDrawn="1">
            <p:ph type="sldNum" sz="quarter" idx="12"/>
            <p:custDataLst>
              <p:tags r:id="rId1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3" hasCustomPrompt="1"/>
            <p:custDataLst>
              <p:tags r:id="rId18"/>
            </p:custDataLst>
          </p:nvPr>
        </p:nvSpPr>
        <p:spPr>
          <a:xfrm>
            <a:off x="1524000" y="1592575"/>
            <a:ext cx="9144000" cy="1224000"/>
          </a:xfrm>
        </p:spPr>
        <p:txBody>
          <a:bodyPr wrap="none" anchor="b" anchorCtr="0">
            <a:normAutofit/>
          </a:bodyPr>
          <a:lstStyle>
            <a:lvl1pPr marL="0" indent="0" algn="ctr">
              <a:buNone/>
              <a:defRPr sz="7200" b="1">
                <a:gradFill>
                  <a:gsLst>
                    <a:gs pos="59628">
                      <a:schemeClr val="accent1">
                        <a:lumMod val="60000"/>
                        <a:lumOff val="40000"/>
                      </a:schemeClr>
                    </a:gs>
                    <a:gs pos="21000">
                      <a:schemeClr val="accent1">
                        <a:alpha val="8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 userDrawn="1">
            <p:custDataLst>
              <p:tags r:id="rId3"/>
            </p:custDataLst>
          </p:nvPr>
        </p:nvSpPr>
        <p:spPr>
          <a:xfrm flipH="1" flipV="1">
            <a:off x="0" y="2997200"/>
            <a:ext cx="4843594" cy="3860800"/>
          </a:xfrm>
          <a:prstGeom prst="rect">
            <a:avLst/>
          </a:prstGeom>
          <a:gradFill flip="none" rotWithShape="1">
            <a:gsLst>
              <a:gs pos="3600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: 形状 2"/>
          <p:cNvSpPr/>
          <p:nvPr userDrawn="1">
            <p:custDataLst>
              <p:tags r:id="rId4"/>
            </p:custDataLst>
          </p:nvPr>
        </p:nvSpPr>
        <p:spPr>
          <a:xfrm flipH="1">
            <a:off x="1240512" y="846740"/>
            <a:ext cx="556181" cy="84328"/>
          </a:xfrm>
          <a:custGeom>
            <a:avLst/>
            <a:gdLst>
              <a:gd name="connsiteX0" fmla="*/ 42164 w 556181"/>
              <a:gd name="connsiteY0" fmla="*/ 0 h 84328"/>
              <a:gd name="connsiteX1" fmla="*/ 0 w 556181"/>
              <a:gd name="connsiteY1" fmla="*/ 42164 h 84328"/>
              <a:gd name="connsiteX2" fmla="*/ 42164 w 556181"/>
              <a:gd name="connsiteY2" fmla="*/ 84328 h 84328"/>
              <a:gd name="connsiteX3" fmla="*/ 84328 w 556181"/>
              <a:gd name="connsiteY3" fmla="*/ 42164 h 84328"/>
              <a:gd name="connsiteX4" fmla="*/ 42164 w 556181"/>
              <a:gd name="connsiteY4" fmla="*/ 0 h 84328"/>
              <a:gd name="connsiteX5" fmla="*/ 199448 w 556181"/>
              <a:gd name="connsiteY5" fmla="*/ 0 h 84328"/>
              <a:gd name="connsiteX6" fmla="*/ 157284 w 556181"/>
              <a:gd name="connsiteY6" fmla="*/ 42164 h 84328"/>
              <a:gd name="connsiteX7" fmla="*/ 199448 w 556181"/>
              <a:gd name="connsiteY7" fmla="*/ 84328 h 84328"/>
              <a:gd name="connsiteX8" fmla="*/ 241612 w 556181"/>
              <a:gd name="connsiteY8" fmla="*/ 42164 h 84328"/>
              <a:gd name="connsiteX9" fmla="*/ 199448 w 556181"/>
              <a:gd name="connsiteY9" fmla="*/ 0 h 84328"/>
              <a:gd name="connsiteX10" fmla="*/ 356734 w 556181"/>
              <a:gd name="connsiteY10" fmla="*/ 0 h 84328"/>
              <a:gd name="connsiteX11" fmla="*/ 314570 w 556181"/>
              <a:gd name="connsiteY11" fmla="*/ 42164 h 84328"/>
              <a:gd name="connsiteX12" fmla="*/ 356734 w 556181"/>
              <a:gd name="connsiteY12" fmla="*/ 84328 h 84328"/>
              <a:gd name="connsiteX13" fmla="*/ 398898 w 556181"/>
              <a:gd name="connsiteY13" fmla="*/ 42164 h 84328"/>
              <a:gd name="connsiteX14" fmla="*/ 356734 w 556181"/>
              <a:gd name="connsiteY14" fmla="*/ 0 h 84328"/>
              <a:gd name="connsiteX15" fmla="*/ 514017 w 556181"/>
              <a:gd name="connsiteY15" fmla="*/ 0 h 84328"/>
              <a:gd name="connsiteX16" fmla="*/ 471853 w 556181"/>
              <a:gd name="connsiteY16" fmla="*/ 42164 h 84328"/>
              <a:gd name="connsiteX17" fmla="*/ 514017 w 556181"/>
              <a:gd name="connsiteY17" fmla="*/ 84328 h 84328"/>
              <a:gd name="connsiteX18" fmla="*/ 556181 w 556181"/>
              <a:gd name="connsiteY18" fmla="*/ 42164 h 84328"/>
              <a:gd name="connsiteX19" fmla="*/ 514017 w 556181"/>
              <a:gd name="connsiteY19" fmla="*/ 0 h 8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6181" h="84328">
                <a:moveTo>
                  <a:pt x="42164" y="0"/>
                </a:moveTo>
                <a:cubicBezTo>
                  <a:pt x="18877" y="0"/>
                  <a:pt x="0" y="18877"/>
                  <a:pt x="0" y="42164"/>
                </a:cubicBezTo>
                <a:cubicBezTo>
                  <a:pt x="0" y="65451"/>
                  <a:pt x="18877" y="84328"/>
                  <a:pt x="42164" y="84328"/>
                </a:cubicBezTo>
                <a:cubicBezTo>
                  <a:pt x="65451" y="84328"/>
                  <a:pt x="84328" y="65451"/>
                  <a:pt x="84328" y="42164"/>
                </a:cubicBezTo>
                <a:cubicBezTo>
                  <a:pt x="84328" y="18877"/>
                  <a:pt x="65451" y="0"/>
                  <a:pt x="42164" y="0"/>
                </a:cubicBezTo>
                <a:close/>
                <a:moveTo>
                  <a:pt x="199448" y="0"/>
                </a:moveTo>
                <a:cubicBezTo>
                  <a:pt x="176161" y="0"/>
                  <a:pt x="157284" y="18877"/>
                  <a:pt x="157284" y="42164"/>
                </a:cubicBezTo>
                <a:cubicBezTo>
                  <a:pt x="157284" y="65451"/>
                  <a:pt x="176161" y="84328"/>
                  <a:pt x="199448" y="84328"/>
                </a:cubicBezTo>
                <a:cubicBezTo>
                  <a:pt x="222735" y="84328"/>
                  <a:pt x="241612" y="65451"/>
                  <a:pt x="241612" y="42164"/>
                </a:cubicBezTo>
                <a:cubicBezTo>
                  <a:pt x="241612" y="18877"/>
                  <a:pt x="222735" y="0"/>
                  <a:pt x="199448" y="0"/>
                </a:cubicBezTo>
                <a:close/>
                <a:moveTo>
                  <a:pt x="356734" y="0"/>
                </a:moveTo>
                <a:cubicBezTo>
                  <a:pt x="333447" y="0"/>
                  <a:pt x="314570" y="18877"/>
                  <a:pt x="314570" y="42164"/>
                </a:cubicBezTo>
                <a:cubicBezTo>
                  <a:pt x="314570" y="65451"/>
                  <a:pt x="333447" y="84328"/>
                  <a:pt x="356734" y="84328"/>
                </a:cubicBezTo>
                <a:cubicBezTo>
                  <a:pt x="380021" y="84328"/>
                  <a:pt x="398898" y="65451"/>
                  <a:pt x="398898" y="42164"/>
                </a:cubicBezTo>
                <a:cubicBezTo>
                  <a:pt x="398898" y="18877"/>
                  <a:pt x="380021" y="0"/>
                  <a:pt x="356734" y="0"/>
                </a:cubicBezTo>
                <a:close/>
                <a:moveTo>
                  <a:pt x="514017" y="0"/>
                </a:moveTo>
                <a:cubicBezTo>
                  <a:pt x="490730" y="0"/>
                  <a:pt x="471853" y="18877"/>
                  <a:pt x="471853" y="42164"/>
                </a:cubicBezTo>
                <a:cubicBezTo>
                  <a:pt x="471853" y="65451"/>
                  <a:pt x="490730" y="84328"/>
                  <a:pt x="514017" y="84328"/>
                </a:cubicBezTo>
                <a:cubicBezTo>
                  <a:pt x="537304" y="84328"/>
                  <a:pt x="556181" y="65451"/>
                  <a:pt x="556181" y="42164"/>
                </a:cubicBezTo>
                <a:cubicBezTo>
                  <a:pt x="556181" y="18877"/>
                  <a:pt x="537304" y="0"/>
                  <a:pt x="51401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7" name="直接连接符 26"/>
          <p:cNvCxnSpPr/>
          <p:nvPr userDrawn="1">
            <p:custDataLst>
              <p:tags r:id="rId5"/>
            </p:custDataLst>
          </p:nvPr>
        </p:nvCxnSpPr>
        <p:spPr>
          <a:xfrm>
            <a:off x="1844674" y="5949950"/>
            <a:ext cx="6169025" cy="0"/>
          </a:xfrm>
          <a:prstGeom prst="line">
            <a:avLst/>
          </a:prstGeom>
          <a:ln w="25400" cap="rnd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2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 userDrawn="1">
            <p:custDataLst>
              <p:tags r:id="rId6"/>
            </p:custDataLst>
          </p:nvPr>
        </p:nvCxnSpPr>
        <p:spPr>
          <a:xfrm>
            <a:off x="1137791" y="5949950"/>
            <a:ext cx="135383" cy="0"/>
          </a:xfrm>
          <a:prstGeom prst="line">
            <a:avLst/>
          </a:prstGeom>
          <a:ln w="25400" cap="rnd">
            <a:solidFill>
              <a:schemeClr val="accent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任意多边形: 形状 9"/>
          <p:cNvSpPr/>
          <p:nvPr userDrawn="1">
            <p:custDataLst>
              <p:tags r:id="rId7"/>
            </p:custDataLst>
          </p:nvPr>
        </p:nvSpPr>
        <p:spPr>
          <a:xfrm flipH="1">
            <a:off x="9223333" y="460439"/>
            <a:ext cx="2968667" cy="5937123"/>
          </a:xfrm>
          <a:custGeom>
            <a:avLst/>
            <a:gdLst>
              <a:gd name="connsiteX0" fmla="*/ 0 w 2968667"/>
              <a:gd name="connsiteY0" fmla="*/ 0 h 5937123"/>
              <a:gd name="connsiteX1" fmla="*/ 2968459 w 2968667"/>
              <a:gd name="connsiteY1" fmla="*/ 2968457 h 5937123"/>
              <a:gd name="connsiteX2" fmla="*/ 2968667 w 2968667"/>
              <a:gd name="connsiteY2" fmla="*/ 2968457 h 5937123"/>
              <a:gd name="connsiteX3" fmla="*/ 0 w 2968667"/>
              <a:gd name="connsiteY3" fmla="*/ 5937123 h 5937123"/>
              <a:gd name="connsiteX4" fmla="*/ 0 w 2968667"/>
              <a:gd name="connsiteY4" fmla="*/ 4759980 h 5937123"/>
              <a:gd name="connsiteX5" fmla="*/ 1791524 w 2968667"/>
              <a:gd name="connsiteY5" fmla="*/ 2968457 h 5937123"/>
              <a:gd name="connsiteX6" fmla="*/ 0 w 2968667"/>
              <a:gd name="connsiteY6" fmla="*/ 1176935 h 593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68667" h="5937123">
                <a:moveTo>
                  <a:pt x="0" y="0"/>
                </a:moveTo>
                <a:lnTo>
                  <a:pt x="2968459" y="2968457"/>
                </a:lnTo>
                <a:lnTo>
                  <a:pt x="2968667" y="2968457"/>
                </a:lnTo>
                <a:lnTo>
                  <a:pt x="0" y="5937123"/>
                </a:lnTo>
                <a:lnTo>
                  <a:pt x="0" y="4759980"/>
                </a:lnTo>
                <a:lnTo>
                  <a:pt x="1791524" y="2968457"/>
                </a:lnTo>
                <a:lnTo>
                  <a:pt x="0" y="1176935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/>
          </a:p>
        </p:txBody>
      </p:sp>
      <p:cxnSp>
        <p:nvCxnSpPr>
          <p:cNvPr id="18" name="直接连接符 17"/>
          <p:cNvCxnSpPr/>
          <p:nvPr userDrawn="1">
            <p:custDataLst>
              <p:tags r:id="rId8"/>
            </p:custDataLst>
          </p:nvPr>
        </p:nvCxnSpPr>
        <p:spPr>
          <a:xfrm flipH="1">
            <a:off x="8555404" y="699862"/>
            <a:ext cx="2207333" cy="2207333"/>
          </a:xfrm>
          <a:prstGeom prst="line">
            <a:avLst/>
          </a:prstGeom>
          <a:noFill/>
          <a:ln w="22225">
            <a:gradFill>
              <a:gsLst>
                <a:gs pos="917">
                  <a:schemeClr val="accent1">
                    <a:alpha val="0"/>
                  </a:schemeClr>
                </a:gs>
                <a:gs pos="97248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" name="直接连接符 21"/>
          <p:cNvCxnSpPr/>
          <p:nvPr userDrawn="1">
            <p:custDataLst>
              <p:tags r:id="rId9"/>
            </p:custDataLst>
          </p:nvPr>
        </p:nvCxnSpPr>
        <p:spPr>
          <a:xfrm flipH="1">
            <a:off x="8752215" y="699862"/>
            <a:ext cx="2207333" cy="2207333"/>
          </a:xfrm>
          <a:prstGeom prst="line">
            <a:avLst/>
          </a:prstGeom>
          <a:noFill/>
          <a:ln w="22225">
            <a:gradFill>
              <a:gsLst>
                <a:gs pos="917">
                  <a:schemeClr val="accent1">
                    <a:alpha val="0"/>
                  </a:schemeClr>
                </a:gs>
                <a:gs pos="97248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" name="直接连接符 22"/>
          <p:cNvCxnSpPr/>
          <p:nvPr userDrawn="1">
            <p:custDataLst>
              <p:tags r:id="rId10"/>
            </p:custDataLst>
          </p:nvPr>
        </p:nvCxnSpPr>
        <p:spPr>
          <a:xfrm flipH="1">
            <a:off x="8949027" y="699862"/>
            <a:ext cx="2207333" cy="2207333"/>
          </a:xfrm>
          <a:prstGeom prst="line">
            <a:avLst/>
          </a:prstGeom>
          <a:noFill/>
          <a:ln w="22225">
            <a:gradFill>
              <a:gsLst>
                <a:gs pos="917">
                  <a:schemeClr val="accent1">
                    <a:alpha val="0"/>
                  </a:schemeClr>
                </a:gs>
                <a:gs pos="97248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直接连接符 23"/>
          <p:cNvCxnSpPr/>
          <p:nvPr userDrawn="1">
            <p:custDataLst>
              <p:tags r:id="rId11"/>
            </p:custDataLst>
          </p:nvPr>
        </p:nvCxnSpPr>
        <p:spPr>
          <a:xfrm flipH="1" flipV="1">
            <a:off x="8555404" y="3962228"/>
            <a:ext cx="2207333" cy="2207333"/>
          </a:xfrm>
          <a:prstGeom prst="line">
            <a:avLst/>
          </a:prstGeom>
          <a:noFill/>
          <a:ln w="22225">
            <a:gradFill>
              <a:gsLst>
                <a:gs pos="917">
                  <a:schemeClr val="accent1">
                    <a:alpha val="0"/>
                  </a:schemeClr>
                </a:gs>
                <a:gs pos="97248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" name="直接连接符 24"/>
          <p:cNvCxnSpPr/>
          <p:nvPr userDrawn="1">
            <p:custDataLst>
              <p:tags r:id="rId12"/>
            </p:custDataLst>
          </p:nvPr>
        </p:nvCxnSpPr>
        <p:spPr>
          <a:xfrm flipH="1" flipV="1">
            <a:off x="8752215" y="3962228"/>
            <a:ext cx="2207333" cy="2207333"/>
          </a:xfrm>
          <a:prstGeom prst="line">
            <a:avLst/>
          </a:prstGeom>
          <a:noFill/>
          <a:ln w="22225">
            <a:gradFill>
              <a:gsLst>
                <a:gs pos="917">
                  <a:schemeClr val="accent1">
                    <a:alpha val="0"/>
                  </a:schemeClr>
                </a:gs>
                <a:gs pos="97248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直接连接符 25"/>
          <p:cNvCxnSpPr/>
          <p:nvPr userDrawn="1">
            <p:custDataLst>
              <p:tags r:id="rId13"/>
            </p:custDataLst>
          </p:nvPr>
        </p:nvCxnSpPr>
        <p:spPr>
          <a:xfrm flipH="1" flipV="1">
            <a:off x="8949027" y="3962228"/>
            <a:ext cx="2207333" cy="2207333"/>
          </a:xfrm>
          <a:prstGeom prst="line">
            <a:avLst/>
          </a:prstGeom>
          <a:noFill/>
          <a:ln w="22225">
            <a:gradFill>
              <a:gsLst>
                <a:gs pos="917">
                  <a:schemeClr val="accent1">
                    <a:alpha val="0"/>
                  </a:schemeClr>
                </a:gs>
                <a:gs pos="97248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" name="任意多边形: 形状 31"/>
          <p:cNvSpPr/>
          <p:nvPr userDrawn="1">
            <p:custDataLst>
              <p:tags r:id="rId14"/>
            </p:custDataLst>
          </p:nvPr>
        </p:nvSpPr>
        <p:spPr>
          <a:xfrm flipH="1">
            <a:off x="11637646" y="2874648"/>
            <a:ext cx="554354" cy="1108704"/>
          </a:xfrm>
          <a:custGeom>
            <a:avLst/>
            <a:gdLst>
              <a:gd name="connsiteX0" fmla="*/ 0 w 554354"/>
              <a:gd name="connsiteY0" fmla="*/ 0 h 1108704"/>
              <a:gd name="connsiteX1" fmla="*/ 554354 w 554354"/>
              <a:gd name="connsiteY1" fmla="*/ 554352 h 1108704"/>
              <a:gd name="connsiteX2" fmla="*/ 0 w 554354"/>
              <a:gd name="connsiteY2" fmla="*/ 1108704 h 1108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4354" h="1108704">
                <a:moveTo>
                  <a:pt x="0" y="0"/>
                </a:moveTo>
                <a:lnTo>
                  <a:pt x="554354" y="554352"/>
                </a:lnTo>
                <a:lnTo>
                  <a:pt x="0" y="1108704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 w="508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3" name="任意多边形: 形状 32"/>
          <p:cNvSpPr/>
          <p:nvPr userDrawn="1">
            <p:custDataLst>
              <p:tags r:id="rId15"/>
            </p:custDataLst>
          </p:nvPr>
        </p:nvSpPr>
        <p:spPr>
          <a:xfrm flipH="1">
            <a:off x="10100126" y="1337201"/>
            <a:ext cx="2091874" cy="4183599"/>
          </a:xfrm>
          <a:custGeom>
            <a:avLst/>
            <a:gdLst>
              <a:gd name="connsiteX0" fmla="*/ 0 w 2091874"/>
              <a:gd name="connsiteY0" fmla="*/ 0 h 4183599"/>
              <a:gd name="connsiteX1" fmla="*/ 2091727 w 2091874"/>
              <a:gd name="connsiteY1" fmla="*/ 2091726 h 4183599"/>
              <a:gd name="connsiteX2" fmla="*/ 2091874 w 2091874"/>
              <a:gd name="connsiteY2" fmla="*/ 2091726 h 4183599"/>
              <a:gd name="connsiteX3" fmla="*/ 0 w 2091874"/>
              <a:gd name="connsiteY3" fmla="*/ 4183599 h 4183599"/>
              <a:gd name="connsiteX4" fmla="*/ 0 w 2091874"/>
              <a:gd name="connsiteY4" fmla="*/ 3354124 h 4183599"/>
              <a:gd name="connsiteX5" fmla="*/ 1262398 w 2091874"/>
              <a:gd name="connsiteY5" fmla="*/ 2091726 h 4183599"/>
              <a:gd name="connsiteX6" fmla="*/ 0 w 2091874"/>
              <a:gd name="connsiteY6" fmla="*/ 829327 h 418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91874" h="4183599">
                <a:moveTo>
                  <a:pt x="0" y="0"/>
                </a:moveTo>
                <a:lnTo>
                  <a:pt x="2091727" y="2091726"/>
                </a:lnTo>
                <a:lnTo>
                  <a:pt x="2091874" y="2091726"/>
                </a:lnTo>
                <a:lnTo>
                  <a:pt x="0" y="4183599"/>
                </a:lnTo>
                <a:lnTo>
                  <a:pt x="0" y="3354124"/>
                </a:lnTo>
                <a:lnTo>
                  <a:pt x="1262398" y="2091726"/>
                </a:lnTo>
                <a:lnTo>
                  <a:pt x="0" y="829327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4" name="任意多边形: 形状 33"/>
          <p:cNvSpPr/>
          <p:nvPr userDrawn="1">
            <p:custDataLst>
              <p:tags r:id="rId16"/>
            </p:custDataLst>
          </p:nvPr>
        </p:nvSpPr>
        <p:spPr>
          <a:xfrm flipH="1">
            <a:off x="8755453" y="0"/>
            <a:ext cx="3436547" cy="6858000"/>
          </a:xfrm>
          <a:custGeom>
            <a:avLst/>
            <a:gdLst>
              <a:gd name="connsiteX0" fmla="*/ 1 w 3436547"/>
              <a:gd name="connsiteY0" fmla="*/ 0 h 6871033"/>
              <a:gd name="connsiteX1" fmla="*/ 3436547 w 3436547"/>
              <a:gd name="connsiteY1" fmla="*/ 3435516 h 6871033"/>
              <a:gd name="connsiteX2" fmla="*/ 1 w 3436547"/>
              <a:gd name="connsiteY2" fmla="*/ 6871033 h 6871033"/>
              <a:gd name="connsiteX3" fmla="*/ 0 w 3436547"/>
              <a:gd name="connsiteY3" fmla="*/ 6871032 h 6871033"/>
              <a:gd name="connsiteX4" fmla="*/ 0 w 3436547"/>
              <a:gd name="connsiteY4" fmla="*/ 6041558 h 6871033"/>
              <a:gd name="connsiteX5" fmla="*/ 1 w 3436547"/>
              <a:gd name="connsiteY5" fmla="*/ 6041559 h 6871033"/>
              <a:gd name="connsiteX6" fmla="*/ 2606778 w 3436547"/>
              <a:gd name="connsiteY6" fmla="*/ 3435516 h 6871033"/>
              <a:gd name="connsiteX7" fmla="*/ 1 w 3436547"/>
              <a:gd name="connsiteY7" fmla="*/ 829475 h 6871033"/>
              <a:gd name="connsiteX8" fmla="*/ 0 w 3436547"/>
              <a:gd name="connsiteY8" fmla="*/ 829476 h 6871033"/>
              <a:gd name="connsiteX9" fmla="*/ 0 w 3436547"/>
              <a:gd name="connsiteY9" fmla="*/ 1 h 6871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36547" h="6871033">
                <a:moveTo>
                  <a:pt x="1" y="0"/>
                </a:moveTo>
                <a:lnTo>
                  <a:pt x="3436547" y="3435516"/>
                </a:lnTo>
                <a:lnTo>
                  <a:pt x="1" y="6871033"/>
                </a:lnTo>
                <a:lnTo>
                  <a:pt x="0" y="6871032"/>
                </a:lnTo>
                <a:lnTo>
                  <a:pt x="0" y="6041558"/>
                </a:lnTo>
                <a:lnTo>
                  <a:pt x="1" y="6041559"/>
                </a:lnTo>
                <a:lnTo>
                  <a:pt x="2606778" y="3435516"/>
                </a:lnTo>
                <a:lnTo>
                  <a:pt x="1" y="829475"/>
                </a:lnTo>
                <a:lnTo>
                  <a:pt x="0" y="829476"/>
                </a:lnTo>
                <a:lnTo>
                  <a:pt x="0" y="1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86000">
                <a:schemeClr val="accent1">
                  <a:alpha val="0"/>
                </a:schemeClr>
              </a:gs>
            </a:gsLst>
            <a:lin ang="5400000" scaled="1"/>
            <a:tileRect/>
          </a:gradFill>
          <a:ln w="1905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5" name="任意多边形: 形状 34"/>
          <p:cNvSpPr/>
          <p:nvPr userDrawn="1">
            <p:custDataLst>
              <p:tags r:id="rId17"/>
            </p:custDataLst>
          </p:nvPr>
        </p:nvSpPr>
        <p:spPr>
          <a:xfrm flipH="1">
            <a:off x="5761754" y="0"/>
            <a:ext cx="4961673" cy="6857999"/>
          </a:xfrm>
          <a:custGeom>
            <a:avLst/>
            <a:gdLst>
              <a:gd name="connsiteX0" fmla="*/ 13037 w 4961673"/>
              <a:gd name="connsiteY0" fmla="*/ 0 h 6857999"/>
              <a:gd name="connsiteX1" fmla="*/ 1531645 w 4961673"/>
              <a:gd name="connsiteY1" fmla="*/ 0 h 6857999"/>
              <a:gd name="connsiteX2" fmla="*/ 4961673 w 4961673"/>
              <a:gd name="connsiteY2" fmla="*/ 3422495 h 6857999"/>
              <a:gd name="connsiteX3" fmla="*/ 1518608 w 4961673"/>
              <a:gd name="connsiteY3" fmla="*/ 6857999 h 6857999"/>
              <a:gd name="connsiteX4" fmla="*/ 0 w 4961673"/>
              <a:gd name="connsiteY4" fmla="*/ 6857999 h 6857999"/>
              <a:gd name="connsiteX5" fmla="*/ 3443005 w 4961673"/>
              <a:gd name="connsiteY5" fmla="*/ 342249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1673" h="6857999">
                <a:moveTo>
                  <a:pt x="13037" y="0"/>
                </a:moveTo>
                <a:lnTo>
                  <a:pt x="1531645" y="0"/>
                </a:lnTo>
                <a:lnTo>
                  <a:pt x="4961673" y="3422495"/>
                </a:lnTo>
                <a:lnTo>
                  <a:pt x="1518608" y="6857999"/>
                </a:lnTo>
                <a:lnTo>
                  <a:pt x="0" y="6857999"/>
                </a:lnTo>
                <a:lnTo>
                  <a:pt x="3443005" y="3422495"/>
                </a:lnTo>
                <a:close/>
              </a:path>
            </a:pathLst>
          </a:custGeom>
          <a:gradFill flip="none" rotWithShape="1">
            <a:gsLst>
              <a:gs pos="18000">
                <a:schemeClr val="accent1">
                  <a:alpha val="20000"/>
                </a:schemeClr>
              </a:gs>
              <a:gs pos="73000">
                <a:schemeClr val="accent1">
                  <a:alpha val="0"/>
                </a:schemeClr>
              </a:gs>
            </a:gsLst>
            <a:lin ang="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/>
          </a:p>
        </p:txBody>
      </p:sp>
      <p:cxnSp>
        <p:nvCxnSpPr>
          <p:cNvPr id="28" name="直接连接符 27"/>
          <p:cNvCxnSpPr/>
          <p:nvPr userDrawn="1">
            <p:custDataLst>
              <p:tags r:id="rId18"/>
            </p:custDataLst>
          </p:nvPr>
        </p:nvCxnSpPr>
        <p:spPr>
          <a:xfrm>
            <a:off x="1379811" y="5949950"/>
            <a:ext cx="358226" cy="0"/>
          </a:xfrm>
          <a:prstGeom prst="line">
            <a:avLst/>
          </a:prstGeom>
          <a:ln w="25400" cap="rnd">
            <a:solidFill>
              <a:schemeClr val="accent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/>
            <p:custDataLst>
              <p:tags r:id="rId19"/>
            </p:custDataLst>
          </p:nvPr>
        </p:nvSpPr>
        <p:spPr>
          <a:xfrm>
            <a:off x="1247775" y="1656000"/>
            <a:ext cx="5900777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 b="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7" hasCustomPrompt="1"/>
            <p:custDataLst>
              <p:tags r:id="rId20"/>
            </p:custDataLst>
          </p:nvPr>
        </p:nvSpPr>
        <p:spPr>
          <a:xfrm>
            <a:off x="1252842" y="3987256"/>
            <a:ext cx="2880000" cy="547200"/>
          </a:xfrm>
          <a:custGeom>
            <a:avLst/>
            <a:gdLst>
              <a:gd name="connsiteX0" fmla="*/ 0 w 2880000"/>
              <a:gd name="connsiteY0" fmla="*/ 0 h 547200"/>
              <a:gd name="connsiteX1" fmla="*/ 2788798 w 2880000"/>
              <a:gd name="connsiteY1" fmla="*/ 0 h 547200"/>
              <a:gd name="connsiteX2" fmla="*/ 2880000 w 2880000"/>
              <a:gd name="connsiteY2" fmla="*/ 91202 h 547200"/>
              <a:gd name="connsiteX3" fmla="*/ 2880000 w 2880000"/>
              <a:gd name="connsiteY3" fmla="*/ 547200 h 547200"/>
              <a:gd name="connsiteX4" fmla="*/ 419182 w 2880000"/>
              <a:gd name="connsiteY4" fmla="*/ 547200 h 547200"/>
              <a:gd name="connsiteX5" fmla="*/ 331612 w 2880000"/>
              <a:gd name="connsiteY5" fmla="*/ 436147 h 547200"/>
              <a:gd name="connsiteX6" fmla="*/ 0 w 2880000"/>
              <a:gd name="connsiteY6" fmla="*/ 436147 h 54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80000" h="547200">
                <a:moveTo>
                  <a:pt x="0" y="0"/>
                </a:moveTo>
                <a:lnTo>
                  <a:pt x="2788798" y="0"/>
                </a:lnTo>
                <a:lnTo>
                  <a:pt x="2880000" y="91202"/>
                </a:lnTo>
                <a:lnTo>
                  <a:pt x="2880000" y="547200"/>
                </a:lnTo>
                <a:lnTo>
                  <a:pt x="419182" y="547200"/>
                </a:lnTo>
                <a:lnTo>
                  <a:pt x="331612" y="436147"/>
                </a:lnTo>
                <a:lnTo>
                  <a:pt x="0" y="43614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accent1">
                    <a:alpha val="70000"/>
                  </a:schemeClr>
                </a:gs>
                <a:gs pos="100000">
                  <a:schemeClr val="accent1">
                    <a:alpha val="10000"/>
                  </a:schemeClr>
                </a:gs>
              </a:gsLst>
              <a:lin ang="0" scaled="1"/>
              <a:tileRect/>
            </a:gradFill>
          </a:ln>
        </p:spPr>
        <p:txBody>
          <a:bodyPr wrap="square" lIns="360000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3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4" name="任意多边形: 形状 13"/>
          <p:cNvSpPr/>
          <p:nvPr userDrawn="1">
            <p:custDataLst>
              <p:tags r:id="rId24"/>
            </p:custDataLst>
          </p:nvPr>
        </p:nvSpPr>
        <p:spPr>
          <a:xfrm flipV="1">
            <a:off x="1277176" y="4462345"/>
            <a:ext cx="312253" cy="69831"/>
          </a:xfrm>
          <a:custGeom>
            <a:avLst/>
            <a:gdLst>
              <a:gd name="connsiteX0" fmla="*/ 278134 w 389081"/>
              <a:gd name="connsiteY0" fmla="*/ 89627 h 89627"/>
              <a:gd name="connsiteX1" fmla="*/ 329769 w 389081"/>
              <a:gd name="connsiteY1" fmla="*/ 89627 h 89627"/>
              <a:gd name="connsiteX2" fmla="*/ 389081 w 389081"/>
              <a:gd name="connsiteY2" fmla="*/ 0 h 89627"/>
              <a:gd name="connsiteX3" fmla="*/ 337446 w 389081"/>
              <a:gd name="connsiteY3" fmla="*/ 0 h 89627"/>
              <a:gd name="connsiteX4" fmla="*/ 185423 w 389081"/>
              <a:gd name="connsiteY4" fmla="*/ 89627 h 89627"/>
              <a:gd name="connsiteX5" fmla="*/ 237057 w 389081"/>
              <a:gd name="connsiteY5" fmla="*/ 89627 h 89627"/>
              <a:gd name="connsiteX6" fmla="*/ 296370 w 389081"/>
              <a:gd name="connsiteY6" fmla="*/ 0 h 89627"/>
              <a:gd name="connsiteX7" fmla="*/ 244735 w 389081"/>
              <a:gd name="connsiteY7" fmla="*/ 0 h 89627"/>
              <a:gd name="connsiteX8" fmla="*/ 92711 w 389081"/>
              <a:gd name="connsiteY8" fmla="*/ 89627 h 89627"/>
              <a:gd name="connsiteX9" fmla="*/ 144346 w 389081"/>
              <a:gd name="connsiteY9" fmla="*/ 89627 h 89627"/>
              <a:gd name="connsiteX10" fmla="*/ 203659 w 389081"/>
              <a:gd name="connsiteY10" fmla="*/ 0 h 89627"/>
              <a:gd name="connsiteX11" fmla="*/ 152024 w 389081"/>
              <a:gd name="connsiteY11" fmla="*/ 0 h 89627"/>
              <a:gd name="connsiteX12" fmla="*/ 0 w 389081"/>
              <a:gd name="connsiteY12" fmla="*/ 89627 h 89627"/>
              <a:gd name="connsiteX13" fmla="*/ 51635 w 389081"/>
              <a:gd name="connsiteY13" fmla="*/ 89627 h 89627"/>
              <a:gd name="connsiteX14" fmla="*/ 110947 w 389081"/>
              <a:gd name="connsiteY14" fmla="*/ 0 h 89627"/>
              <a:gd name="connsiteX15" fmla="*/ 59312 w 389081"/>
              <a:gd name="connsiteY15" fmla="*/ 0 h 8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89081" h="89627">
                <a:moveTo>
                  <a:pt x="278134" y="89627"/>
                </a:moveTo>
                <a:lnTo>
                  <a:pt x="329769" y="89627"/>
                </a:lnTo>
                <a:lnTo>
                  <a:pt x="389081" y="0"/>
                </a:lnTo>
                <a:lnTo>
                  <a:pt x="337446" y="0"/>
                </a:lnTo>
                <a:close/>
                <a:moveTo>
                  <a:pt x="185423" y="89627"/>
                </a:moveTo>
                <a:lnTo>
                  <a:pt x="237057" y="89627"/>
                </a:lnTo>
                <a:lnTo>
                  <a:pt x="296370" y="0"/>
                </a:lnTo>
                <a:lnTo>
                  <a:pt x="244735" y="0"/>
                </a:lnTo>
                <a:close/>
                <a:moveTo>
                  <a:pt x="92711" y="89627"/>
                </a:moveTo>
                <a:lnTo>
                  <a:pt x="144346" y="89627"/>
                </a:lnTo>
                <a:lnTo>
                  <a:pt x="203659" y="0"/>
                </a:lnTo>
                <a:lnTo>
                  <a:pt x="152024" y="0"/>
                </a:lnTo>
                <a:close/>
                <a:moveTo>
                  <a:pt x="0" y="89627"/>
                </a:moveTo>
                <a:lnTo>
                  <a:pt x="51635" y="89627"/>
                </a:lnTo>
                <a:lnTo>
                  <a:pt x="110947" y="0"/>
                </a:lnTo>
                <a:lnTo>
                  <a:pt x="59312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6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2" Type="http://schemas.openxmlformats.org/officeDocument/2006/relationships/theme" Target="../theme/theme2.xml"/><Relationship Id="rId21" Type="http://schemas.openxmlformats.org/officeDocument/2006/relationships/tags" Target="../tags/tag120.xml"/><Relationship Id="rId20" Type="http://schemas.openxmlformats.org/officeDocument/2006/relationships/tags" Target="../tags/tag119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18.xml"/><Relationship Id="rId18" Type="http://schemas.openxmlformats.org/officeDocument/2006/relationships/tags" Target="../tags/tag117.xml"/><Relationship Id="rId17" Type="http://schemas.openxmlformats.org/officeDocument/2006/relationships/tags" Target="../tags/tag116.xml"/><Relationship Id="rId16" Type="http://schemas.openxmlformats.org/officeDocument/2006/relationships/tags" Target="../tags/tag115.xml"/><Relationship Id="rId15" Type="http://schemas.openxmlformats.org/officeDocument/2006/relationships/tags" Target="../tags/tag114.xml"/><Relationship Id="rId14" Type="http://schemas.openxmlformats.org/officeDocument/2006/relationships/tags" Target="../tags/tag113.xml"/><Relationship Id="rId13" Type="http://schemas.openxmlformats.org/officeDocument/2006/relationships/tags" Target="../tags/tag112.xml"/><Relationship Id="rId12" Type="http://schemas.openxmlformats.org/officeDocument/2006/relationships/tags" Target="../tags/tag11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2" name="矩形 11"/>
          <p:cNvSpPr/>
          <p:nvPr userDrawn="1">
            <p:custDataLst>
              <p:tags r:id="rId13"/>
            </p:custDataLst>
          </p:nvPr>
        </p:nvSpPr>
        <p:spPr>
          <a:xfrm flipV="1">
            <a:off x="7348406" y="2997200"/>
            <a:ext cx="4843594" cy="3860800"/>
          </a:xfrm>
          <a:prstGeom prst="rect">
            <a:avLst/>
          </a:prstGeom>
          <a:gradFill flip="none" rotWithShape="1">
            <a:gsLst>
              <a:gs pos="3600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14"/>
            </p:custDataLst>
          </p:nvPr>
        </p:nvSpPr>
        <p:spPr>
          <a:xfrm>
            <a:off x="11065933" y="5731933"/>
            <a:ext cx="1126068" cy="1126067"/>
          </a:xfrm>
          <a:custGeom>
            <a:avLst/>
            <a:gdLst>
              <a:gd name="connsiteX0" fmla="*/ 1081313 w 1081313"/>
              <a:gd name="connsiteY0" fmla="*/ 0 h 1081313"/>
              <a:gd name="connsiteX1" fmla="*/ 1081313 w 1081313"/>
              <a:gd name="connsiteY1" fmla="*/ 1081313 h 1081313"/>
              <a:gd name="connsiteX2" fmla="*/ 0 w 1081313"/>
              <a:gd name="connsiteY2" fmla="*/ 1081313 h 1081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81313" h="1081313">
                <a:moveTo>
                  <a:pt x="1081313" y="0"/>
                </a:moveTo>
                <a:lnTo>
                  <a:pt x="1081313" y="1081313"/>
                </a:lnTo>
                <a:lnTo>
                  <a:pt x="0" y="1081313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70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 w="508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 userDrawn="1">
            <p:custDataLst>
              <p:tags r:id="rId15"/>
            </p:custDataLst>
          </p:nvPr>
        </p:nvSpPr>
        <p:spPr>
          <a:xfrm>
            <a:off x="10769600" y="5435600"/>
            <a:ext cx="1422401" cy="1422400"/>
          </a:xfrm>
          <a:custGeom>
            <a:avLst/>
            <a:gdLst>
              <a:gd name="connsiteX0" fmla="*/ 3367360 w 3368637"/>
              <a:gd name="connsiteY0" fmla="*/ 0 h 3368637"/>
              <a:gd name="connsiteX1" fmla="*/ 3368637 w 3368637"/>
              <a:gd name="connsiteY1" fmla="*/ 1277 h 3368637"/>
              <a:gd name="connsiteX2" fmla="*/ 3368637 w 3368637"/>
              <a:gd name="connsiteY2" fmla="*/ 1446091 h 3368637"/>
              <a:gd name="connsiteX3" fmla="*/ 3367360 w 3368637"/>
              <a:gd name="connsiteY3" fmla="*/ 1444814 h 3368637"/>
              <a:gd name="connsiteX4" fmla="*/ 1444814 w 3368637"/>
              <a:gd name="connsiteY4" fmla="*/ 3367360 h 3368637"/>
              <a:gd name="connsiteX5" fmla="*/ 1446091 w 3368637"/>
              <a:gd name="connsiteY5" fmla="*/ 3368637 h 3368637"/>
              <a:gd name="connsiteX6" fmla="*/ 1277 w 3368637"/>
              <a:gd name="connsiteY6" fmla="*/ 3368637 h 3368637"/>
              <a:gd name="connsiteX7" fmla="*/ 0 w 3368637"/>
              <a:gd name="connsiteY7" fmla="*/ 3367360 h 3368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68637" h="3368637">
                <a:moveTo>
                  <a:pt x="3367360" y="0"/>
                </a:moveTo>
                <a:lnTo>
                  <a:pt x="3368637" y="1277"/>
                </a:lnTo>
                <a:lnTo>
                  <a:pt x="3368637" y="1446091"/>
                </a:lnTo>
                <a:lnTo>
                  <a:pt x="3367360" y="1444814"/>
                </a:lnTo>
                <a:lnTo>
                  <a:pt x="1444814" y="3367360"/>
                </a:lnTo>
                <a:lnTo>
                  <a:pt x="1446091" y="3368637"/>
                </a:lnTo>
                <a:lnTo>
                  <a:pt x="1277" y="3368637"/>
                </a:lnTo>
                <a:lnTo>
                  <a:pt x="0" y="336736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7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 w="508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1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2"/>
            <p:custDataLst>
              <p:tags r:id="rId18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3"/>
            <p:custDataLst>
              <p:tags r:id="rId1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4"/>
            <p:custDataLst>
              <p:tags r:id="rId20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tags" Target="../tags/tag12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33.xml"/><Relationship Id="rId8" Type="http://schemas.openxmlformats.org/officeDocument/2006/relationships/tags" Target="../tags/tag132.xml"/><Relationship Id="rId7" Type="http://schemas.openxmlformats.org/officeDocument/2006/relationships/tags" Target="../tags/tag131.xml"/><Relationship Id="rId6" Type="http://schemas.openxmlformats.org/officeDocument/2006/relationships/tags" Target="../tags/tag130.xml"/><Relationship Id="rId5" Type="http://schemas.openxmlformats.org/officeDocument/2006/relationships/tags" Target="../tags/tag129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5" Type="http://schemas.openxmlformats.org/officeDocument/2006/relationships/notesSlide" Target="../notesSlides/notesSlide1.xml"/><Relationship Id="rId24" Type="http://schemas.openxmlformats.org/officeDocument/2006/relationships/slideLayout" Target="../slideLayouts/slideLayout14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tags" Target="../tags/tag125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" Type="http://schemas.openxmlformats.org/officeDocument/2006/relationships/tags" Target="../tags/tag148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" Type="http://schemas.openxmlformats.org/officeDocument/2006/relationships/tags" Target="../tags/tag15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2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tags" Target="../tags/tag1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/>
              <a:t>Reunion Movement</a:t>
            </a:r>
            <a:r>
              <a:rPr lang="zh-CN" altLang="en-US"/>
              <a:t>整合运动</a:t>
            </a:r>
            <a:endParaRPr lang="zh-CN" altLang="en-US"/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游戏框架说明</a:t>
            </a:r>
            <a:endParaRPr lang="zh-CN" altLang="en-US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创建人：</a:t>
            </a:r>
            <a:r>
              <a:rPr lang="en-US" altLang="zh-CN"/>
              <a:t>LLAstray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5" name="任意多边形: 形状 4"/>
          <p:cNvSpPr/>
          <p:nvPr>
            <p:custDataLst>
              <p:tags r:id="rId2"/>
            </p:custDataLst>
          </p:nvPr>
        </p:nvSpPr>
        <p:spPr>
          <a:xfrm>
            <a:off x="957264" y="2364626"/>
            <a:ext cx="4891014" cy="1712074"/>
          </a:xfrm>
          <a:custGeom>
            <a:avLst/>
            <a:gdLst>
              <a:gd name="connsiteX0" fmla="*/ 0 w 4891014"/>
              <a:gd name="connsiteY0" fmla="*/ 0 h 1712074"/>
              <a:gd name="connsiteX1" fmla="*/ 1694463 w 4891014"/>
              <a:gd name="connsiteY1" fmla="*/ 0 h 1712074"/>
              <a:gd name="connsiteX2" fmla="*/ 1818456 w 4891014"/>
              <a:gd name="connsiteY2" fmla="*/ 201054 h 1712074"/>
              <a:gd name="connsiteX3" fmla="*/ 4891014 w 4891014"/>
              <a:gd name="connsiteY3" fmla="*/ 201054 h 1712074"/>
              <a:gd name="connsiteX4" fmla="*/ 4891014 w 4891014"/>
              <a:gd name="connsiteY4" fmla="*/ 1712074 h 1712074"/>
              <a:gd name="connsiteX5" fmla="*/ 1019975 w 4891014"/>
              <a:gd name="connsiteY5" fmla="*/ 1712074 h 1712074"/>
              <a:gd name="connsiteX6" fmla="*/ 916974 w 4891014"/>
              <a:gd name="connsiteY6" fmla="*/ 1545058 h 1712074"/>
              <a:gd name="connsiteX7" fmla="*/ 173034 w 4891014"/>
              <a:gd name="connsiteY7" fmla="*/ 1545058 h 1712074"/>
              <a:gd name="connsiteX8" fmla="*/ 0 w 4891014"/>
              <a:gd name="connsiteY8" fmla="*/ 1283586 h 1712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91014" h="1712074">
                <a:moveTo>
                  <a:pt x="0" y="0"/>
                </a:moveTo>
                <a:lnTo>
                  <a:pt x="1694463" y="0"/>
                </a:lnTo>
                <a:lnTo>
                  <a:pt x="1818456" y="201054"/>
                </a:lnTo>
                <a:lnTo>
                  <a:pt x="4891014" y="201054"/>
                </a:lnTo>
                <a:lnTo>
                  <a:pt x="4891014" y="1712074"/>
                </a:lnTo>
                <a:lnTo>
                  <a:pt x="1019975" y="1712074"/>
                </a:lnTo>
                <a:lnTo>
                  <a:pt x="916974" y="1545058"/>
                </a:lnTo>
                <a:lnTo>
                  <a:pt x="173034" y="1545058"/>
                </a:lnTo>
                <a:lnTo>
                  <a:pt x="0" y="1283586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20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10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36" name="序号"/>
          <p:cNvSpPr txBox="1"/>
          <p:nvPr>
            <p:custDataLst>
              <p:tags r:id="rId3"/>
            </p:custDataLst>
          </p:nvPr>
        </p:nvSpPr>
        <p:spPr>
          <a:xfrm>
            <a:off x="1159681" y="2618630"/>
            <a:ext cx="1248183" cy="955695"/>
          </a:xfrm>
          <a:prstGeom prst="rect">
            <a:avLst/>
          </a:prstGeom>
        </p:spPr>
        <p:txBody>
          <a:bodyPr vert="horz" wrap="none" lIns="90000" tIns="46800" rIns="90000" bIns="46800" rtlCol="0" anchor="ctr" anchorCtr="0">
            <a:normAutofit lnSpcReduction="20000"/>
          </a:bodyPr>
          <a:lstStyle>
            <a:defPPr>
              <a:defRPr lang="zh-CN"/>
            </a:defPPr>
            <a:lvl1pPr indent="0" algn="ctr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4800" b="1" u="none" strike="noStrike" cap="none" spc="150" normalizeH="0" baseline="0">
                <a:gradFill flip="none" rotWithShape="1">
                  <a:gsLst>
                    <a:gs pos="20000">
                      <a:schemeClr val="accent1"/>
                    </a:gs>
                    <a:gs pos="99083">
                      <a:schemeClr val="accent1">
                        <a:lumMod val="20000"/>
                        <a:lumOff val="80000"/>
                      </a:schemeClr>
                    </a:gs>
                    <a:gs pos="65000">
                      <a:schemeClr val="accent1">
                        <a:lumMod val="60000"/>
                        <a:lumOff val="40000"/>
                      </a:schemeClr>
                    </a:gs>
                  </a:gsLst>
                  <a:lin ang="13500000" scaled="1"/>
                  <a:tileRect/>
                </a:gradFill>
                <a:uFillTx/>
              </a:defRPr>
            </a:lvl1pPr>
            <a:lvl2pPr marL="685800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01</a:t>
            </a:r>
            <a:endParaRPr lang="en-US" dirty="0"/>
          </a:p>
        </p:txBody>
      </p:sp>
      <p:sp>
        <p:nvSpPr>
          <p:cNvPr id="37" name="项标题"/>
          <p:cNvSpPr txBox="1"/>
          <p:nvPr>
            <p:custDataLst>
              <p:tags r:id="rId4"/>
            </p:custDataLst>
          </p:nvPr>
        </p:nvSpPr>
        <p:spPr>
          <a:xfrm>
            <a:off x="3036570" y="2887345"/>
            <a:ext cx="2014220" cy="9556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spc="300" dirty="0">
                <a:solidFill>
                  <a:schemeClr val="tx2"/>
                </a:solidFill>
                <a:latin typeface="+mn-ea"/>
              </a:rPr>
              <a:t>项目介绍</a:t>
            </a:r>
            <a:endParaRPr lang="zh-CN" altLang="en-US" sz="2400" spc="3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38" name="任意多边形: 形状 37"/>
          <p:cNvSpPr/>
          <p:nvPr>
            <p:custDataLst>
              <p:tags r:id="rId5"/>
            </p:custDataLst>
          </p:nvPr>
        </p:nvSpPr>
        <p:spPr>
          <a:xfrm flipV="1">
            <a:off x="2783921" y="2364626"/>
            <a:ext cx="863870" cy="100688"/>
          </a:xfrm>
          <a:custGeom>
            <a:avLst/>
            <a:gdLst>
              <a:gd name="connsiteX0" fmla="*/ 658026 w 768973"/>
              <a:gd name="connsiteY0" fmla="*/ 89627 h 89627"/>
              <a:gd name="connsiteX1" fmla="*/ 709661 w 768973"/>
              <a:gd name="connsiteY1" fmla="*/ 89627 h 89627"/>
              <a:gd name="connsiteX2" fmla="*/ 768973 w 768973"/>
              <a:gd name="connsiteY2" fmla="*/ 0 h 89627"/>
              <a:gd name="connsiteX3" fmla="*/ 717338 w 768973"/>
              <a:gd name="connsiteY3" fmla="*/ 0 h 89627"/>
              <a:gd name="connsiteX4" fmla="*/ 565315 w 768973"/>
              <a:gd name="connsiteY4" fmla="*/ 89627 h 89627"/>
              <a:gd name="connsiteX5" fmla="*/ 616949 w 768973"/>
              <a:gd name="connsiteY5" fmla="*/ 89627 h 89627"/>
              <a:gd name="connsiteX6" fmla="*/ 676262 w 768973"/>
              <a:gd name="connsiteY6" fmla="*/ 0 h 89627"/>
              <a:gd name="connsiteX7" fmla="*/ 624627 w 768973"/>
              <a:gd name="connsiteY7" fmla="*/ 0 h 89627"/>
              <a:gd name="connsiteX8" fmla="*/ 472603 w 768973"/>
              <a:gd name="connsiteY8" fmla="*/ 89627 h 89627"/>
              <a:gd name="connsiteX9" fmla="*/ 524238 w 768973"/>
              <a:gd name="connsiteY9" fmla="*/ 89627 h 89627"/>
              <a:gd name="connsiteX10" fmla="*/ 583551 w 768973"/>
              <a:gd name="connsiteY10" fmla="*/ 0 h 89627"/>
              <a:gd name="connsiteX11" fmla="*/ 531916 w 768973"/>
              <a:gd name="connsiteY11" fmla="*/ 0 h 89627"/>
              <a:gd name="connsiteX12" fmla="*/ 379892 w 768973"/>
              <a:gd name="connsiteY12" fmla="*/ 89627 h 89627"/>
              <a:gd name="connsiteX13" fmla="*/ 431527 w 768973"/>
              <a:gd name="connsiteY13" fmla="*/ 89627 h 89627"/>
              <a:gd name="connsiteX14" fmla="*/ 490839 w 768973"/>
              <a:gd name="connsiteY14" fmla="*/ 0 h 89627"/>
              <a:gd name="connsiteX15" fmla="*/ 439205 w 768973"/>
              <a:gd name="connsiteY15" fmla="*/ 0 h 89627"/>
              <a:gd name="connsiteX16" fmla="*/ 278134 w 768973"/>
              <a:gd name="connsiteY16" fmla="*/ 89627 h 89627"/>
              <a:gd name="connsiteX17" fmla="*/ 329768 w 768973"/>
              <a:gd name="connsiteY17" fmla="*/ 89627 h 89627"/>
              <a:gd name="connsiteX18" fmla="*/ 389081 w 768973"/>
              <a:gd name="connsiteY18" fmla="*/ 0 h 89627"/>
              <a:gd name="connsiteX19" fmla="*/ 337446 w 768973"/>
              <a:gd name="connsiteY19" fmla="*/ 0 h 89627"/>
              <a:gd name="connsiteX20" fmla="*/ 185422 w 768973"/>
              <a:gd name="connsiteY20" fmla="*/ 89627 h 89627"/>
              <a:gd name="connsiteX21" fmla="*/ 237057 w 768973"/>
              <a:gd name="connsiteY21" fmla="*/ 89627 h 89627"/>
              <a:gd name="connsiteX22" fmla="*/ 296370 w 768973"/>
              <a:gd name="connsiteY22" fmla="*/ 0 h 89627"/>
              <a:gd name="connsiteX23" fmla="*/ 244735 w 768973"/>
              <a:gd name="connsiteY23" fmla="*/ 0 h 89627"/>
              <a:gd name="connsiteX24" fmla="*/ 92711 w 768973"/>
              <a:gd name="connsiteY24" fmla="*/ 89627 h 89627"/>
              <a:gd name="connsiteX25" fmla="*/ 144346 w 768973"/>
              <a:gd name="connsiteY25" fmla="*/ 89627 h 89627"/>
              <a:gd name="connsiteX26" fmla="*/ 203658 w 768973"/>
              <a:gd name="connsiteY26" fmla="*/ 0 h 89627"/>
              <a:gd name="connsiteX27" fmla="*/ 152024 w 768973"/>
              <a:gd name="connsiteY27" fmla="*/ 0 h 89627"/>
              <a:gd name="connsiteX28" fmla="*/ 0 w 768973"/>
              <a:gd name="connsiteY28" fmla="*/ 89627 h 89627"/>
              <a:gd name="connsiteX29" fmla="*/ 51635 w 768973"/>
              <a:gd name="connsiteY29" fmla="*/ 89627 h 89627"/>
              <a:gd name="connsiteX30" fmla="*/ 110947 w 768973"/>
              <a:gd name="connsiteY30" fmla="*/ 0 h 89627"/>
              <a:gd name="connsiteX31" fmla="*/ 59312 w 768973"/>
              <a:gd name="connsiteY31" fmla="*/ 0 h 8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768973" h="89627">
                <a:moveTo>
                  <a:pt x="658026" y="89627"/>
                </a:moveTo>
                <a:lnTo>
                  <a:pt x="709661" y="89627"/>
                </a:lnTo>
                <a:lnTo>
                  <a:pt x="768973" y="0"/>
                </a:lnTo>
                <a:lnTo>
                  <a:pt x="717338" y="0"/>
                </a:lnTo>
                <a:close/>
                <a:moveTo>
                  <a:pt x="565315" y="89627"/>
                </a:moveTo>
                <a:lnTo>
                  <a:pt x="616949" y="89627"/>
                </a:lnTo>
                <a:lnTo>
                  <a:pt x="676262" y="0"/>
                </a:lnTo>
                <a:lnTo>
                  <a:pt x="624627" y="0"/>
                </a:lnTo>
                <a:close/>
                <a:moveTo>
                  <a:pt x="472603" y="89627"/>
                </a:moveTo>
                <a:lnTo>
                  <a:pt x="524238" y="89627"/>
                </a:lnTo>
                <a:lnTo>
                  <a:pt x="583551" y="0"/>
                </a:lnTo>
                <a:lnTo>
                  <a:pt x="531916" y="0"/>
                </a:lnTo>
                <a:close/>
                <a:moveTo>
                  <a:pt x="379892" y="89627"/>
                </a:moveTo>
                <a:lnTo>
                  <a:pt x="431527" y="89627"/>
                </a:lnTo>
                <a:lnTo>
                  <a:pt x="490839" y="0"/>
                </a:lnTo>
                <a:lnTo>
                  <a:pt x="439205" y="0"/>
                </a:lnTo>
                <a:close/>
                <a:moveTo>
                  <a:pt x="278134" y="89627"/>
                </a:moveTo>
                <a:lnTo>
                  <a:pt x="329768" y="89627"/>
                </a:lnTo>
                <a:lnTo>
                  <a:pt x="389081" y="0"/>
                </a:lnTo>
                <a:lnTo>
                  <a:pt x="337446" y="0"/>
                </a:lnTo>
                <a:close/>
                <a:moveTo>
                  <a:pt x="185422" y="89627"/>
                </a:moveTo>
                <a:lnTo>
                  <a:pt x="237057" y="89627"/>
                </a:lnTo>
                <a:lnTo>
                  <a:pt x="296370" y="0"/>
                </a:lnTo>
                <a:lnTo>
                  <a:pt x="244735" y="0"/>
                </a:lnTo>
                <a:close/>
                <a:moveTo>
                  <a:pt x="92711" y="89627"/>
                </a:moveTo>
                <a:lnTo>
                  <a:pt x="144346" y="89627"/>
                </a:lnTo>
                <a:lnTo>
                  <a:pt x="203658" y="0"/>
                </a:lnTo>
                <a:lnTo>
                  <a:pt x="152024" y="0"/>
                </a:lnTo>
                <a:close/>
                <a:moveTo>
                  <a:pt x="0" y="89627"/>
                </a:moveTo>
                <a:lnTo>
                  <a:pt x="51635" y="89627"/>
                </a:lnTo>
                <a:lnTo>
                  <a:pt x="110947" y="0"/>
                </a:lnTo>
                <a:lnTo>
                  <a:pt x="59312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9" name="任意多边形: 形状 38"/>
          <p:cNvSpPr/>
          <p:nvPr>
            <p:custDataLst>
              <p:tags r:id="rId6"/>
            </p:custDataLst>
          </p:nvPr>
        </p:nvSpPr>
        <p:spPr>
          <a:xfrm flipV="1">
            <a:off x="1445979" y="3976012"/>
            <a:ext cx="437097" cy="100688"/>
          </a:xfrm>
          <a:custGeom>
            <a:avLst/>
            <a:gdLst>
              <a:gd name="connsiteX0" fmla="*/ 278134 w 389081"/>
              <a:gd name="connsiteY0" fmla="*/ 89627 h 89627"/>
              <a:gd name="connsiteX1" fmla="*/ 329769 w 389081"/>
              <a:gd name="connsiteY1" fmla="*/ 89627 h 89627"/>
              <a:gd name="connsiteX2" fmla="*/ 389081 w 389081"/>
              <a:gd name="connsiteY2" fmla="*/ 0 h 89627"/>
              <a:gd name="connsiteX3" fmla="*/ 337446 w 389081"/>
              <a:gd name="connsiteY3" fmla="*/ 0 h 89627"/>
              <a:gd name="connsiteX4" fmla="*/ 185423 w 389081"/>
              <a:gd name="connsiteY4" fmla="*/ 89627 h 89627"/>
              <a:gd name="connsiteX5" fmla="*/ 237057 w 389081"/>
              <a:gd name="connsiteY5" fmla="*/ 89627 h 89627"/>
              <a:gd name="connsiteX6" fmla="*/ 296370 w 389081"/>
              <a:gd name="connsiteY6" fmla="*/ 0 h 89627"/>
              <a:gd name="connsiteX7" fmla="*/ 244735 w 389081"/>
              <a:gd name="connsiteY7" fmla="*/ 0 h 89627"/>
              <a:gd name="connsiteX8" fmla="*/ 92711 w 389081"/>
              <a:gd name="connsiteY8" fmla="*/ 89627 h 89627"/>
              <a:gd name="connsiteX9" fmla="*/ 144346 w 389081"/>
              <a:gd name="connsiteY9" fmla="*/ 89627 h 89627"/>
              <a:gd name="connsiteX10" fmla="*/ 203659 w 389081"/>
              <a:gd name="connsiteY10" fmla="*/ 0 h 89627"/>
              <a:gd name="connsiteX11" fmla="*/ 152024 w 389081"/>
              <a:gd name="connsiteY11" fmla="*/ 0 h 89627"/>
              <a:gd name="connsiteX12" fmla="*/ 0 w 389081"/>
              <a:gd name="connsiteY12" fmla="*/ 89627 h 89627"/>
              <a:gd name="connsiteX13" fmla="*/ 51635 w 389081"/>
              <a:gd name="connsiteY13" fmla="*/ 89627 h 89627"/>
              <a:gd name="connsiteX14" fmla="*/ 110947 w 389081"/>
              <a:gd name="connsiteY14" fmla="*/ 0 h 89627"/>
              <a:gd name="connsiteX15" fmla="*/ 59312 w 389081"/>
              <a:gd name="connsiteY15" fmla="*/ 0 h 8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89081" h="89627">
                <a:moveTo>
                  <a:pt x="278134" y="89627"/>
                </a:moveTo>
                <a:lnTo>
                  <a:pt x="329769" y="89627"/>
                </a:lnTo>
                <a:lnTo>
                  <a:pt x="389081" y="0"/>
                </a:lnTo>
                <a:lnTo>
                  <a:pt x="337446" y="0"/>
                </a:lnTo>
                <a:close/>
                <a:moveTo>
                  <a:pt x="185423" y="89627"/>
                </a:moveTo>
                <a:lnTo>
                  <a:pt x="237057" y="89627"/>
                </a:lnTo>
                <a:lnTo>
                  <a:pt x="296370" y="0"/>
                </a:lnTo>
                <a:lnTo>
                  <a:pt x="244735" y="0"/>
                </a:lnTo>
                <a:close/>
                <a:moveTo>
                  <a:pt x="92711" y="89627"/>
                </a:moveTo>
                <a:lnTo>
                  <a:pt x="144346" y="89627"/>
                </a:lnTo>
                <a:lnTo>
                  <a:pt x="203659" y="0"/>
                </a:lnTo>
                <a:lnTo>
                  <a:pt x="152024" y="0"/>
                </a:lnTo>
                <a:close/>
                <a:moveTo>
                  <a:pt x="0" y="89627"/>
                </a:moveTo>
                <a:lnTo>
                  <a:pt x="51635" y="89627"/>
                </a:lnTo>
                <a:lnTo>
                  <a:pt x="110947" y="0"/>
                </a:lnTo>
                <a:lnTo>
                  <a:pt x="59312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>
            <p:custDataLst>
              <p:tags r:id="rId7"/>
            </p:custDataLst>
          </p:nvPr>
        </p:nvSpPr>
        <p:spPr>
          <a:xfrm>
            <a:off x="957264" y="4330704"/>
            <a:ext cx="4891014" cy="1712074"/>
          </a:xfrm>
          <a:custGeom>
            <a:avLst/>
            <a:gdLst>
              <a:gd name="connsiteX0" fmla="*/ 0 w 4891014"/>
              <a:gd name="connsiteY0" fmla="*/ 0 h 1712074"/>
              <a:gd name="connsiteX1" fmla="*/ 1694463 w 4891014"/>
              <a:gd name="connsiteY1" fmla="*/ 0 h 1712074"/>
              <a:gd name="connsiteX2" fmla="*/ 1818456 w 4891014"/>
              <a:gd name="connsiteY2" fmla="*/ 201054 h 1712074"/>
              <a:gd name="connsiteX3" fmla="*/ 4891014 w 4891014"/>
              <a:gd name="connsiteY3" fmla="*/ 201054 h 1712074"/>
              <a:gd name="connsiteX4" fmla="*/ 4891014 w 4891014"/>
              <a:gd name="connsiteY4" fmla="*/ 1712074 h 1712074"/>
              <a:gd name="connsiteX5" fmla="*/ 1019975 w 4891014"/>
              <a:gd name="connsiteY5" fmla="*/ 1712074 h 1712074"/>
              <a:gd name="connsiteX6" fmla="*/ 916974 w 4891014"/>
              <a:gd name="connsiteY6" fmla="*/ 1545058 h 1712074"/>
              <a:gd name="connsiteX7" fmla="*/ 173034 w 4891014"/>
              <a:gd name="connsiteY7" fmla="*/ 1545058 h 1712074"/>
              <a:gd name="connsiteX8" fmla="*/ 0 w 4891014"/>
              <a:gd name="connsiteY8" fmla="*/ 1283586 h 1712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91014" h="1712074">
                <a:moveTo>
                  <a:pt x="0" y="0"/>
                </a:moveTo>
                <a:lnTo>
                  <a:pt x="1694463" y="0"/>
                </a:lnTo>
                <a:lnTo>
                  <a:pt x="1818456" y="201054"/>
                </a:lnTo>
                <a:lnTo>
                  <a:pt x="4891014" y="201054"/>
                </a:lnTo>
                <a:lnTo>
                  <a:pt x="4891014" y="1712074"/>
                </a:lnTo>
                <a:lnTo>
                  <a:pt x="1019975" y="1712074"/>
                </a:lnTo>
                <a:lnTo>
                  <a:pt x="916974" y="1545058"/>
                </a:lnTo>
                <a:lnTo>
                  <a:pt x="173034" y="1545058"/>
                </a:lnTo>
                <a:lnTo>
                  <a:pt x="0" y="1283586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20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10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8" name="序号"/>
          <p:cNvSpPr txBox="1"/>
          <p:nvPr>
            <p:custDataLst>
              <p:tags r:id="rId8"/>
            </p:custDataLst>
          </p:nvPr>
        </p:nvSpPr>
        <p:spPr>
          <a:xfrm>
            <a:off x="1159681" y="4584708"/>
            <a:ext cx="1248183" cy="955695"/>
          </a:xfrm>
          <a:prstGeom prst="rect">
            <a:avLst/>
          </a:prstGeom>
        </p:spPr>
        <p:txBody>
          <a:bodyPr vert="horz" wrap="none" lIns="90000" tIns="46800" rIns="90000" bIns="46800" rtlCol="0" anchor="ctr" anchorCtr="0">
            <a:normAutofit lnSpcReduction="20000"/>
          </a:bodyPr>
          <a:lstStyle>
            <a:defPPr>
              <a:defRPr lang="zh-CN"/>
            </a:defPPr>
            <a:lvl1pPr indent="0" algn="ctr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4800" b="1" u="none" strike="noStrike" cap="none" spc="150" normalizeH="0" baseline="0">
                <a:gradFill flip="none" rotWithShape="1">
                  <a:gsLst>
                    <a:gs pos="20000">
                      <a:schemeClr val="accent1"/>
                    </a:gs>
                    <a:gs pos="99083">
                      <a:schemeClr val="accent1">
                        <a:lumMod val="20000"/>
                        <a:lumOff val="80000"/>
                      </a:schemeClr>
                    </a:gs>
                    <a:gs pos="65000">
                      <a:schemeClr val="accent1">
                        <a:lumMod val="60000"/>
                        <a:lumOff val="40000"/>
                      </a:schemeClr>
                    </a:gs>
                  </a:gsLst>
                  <a:lin ang="13500000" scaled="1"/>
                  <a:tileRect/>
                </a:gradFill>
                <a:uFillTx/>
              </a:defRPr>
            </a:lvl1pPr>
            <a:lvl2pPr marL="685800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02</a:t>
            </a:r>
            <a:endParaRPr lang="en-US" dirty="0"/>
          </a:p>
        </p:txBody>
      </p:sp>
      <p:sp>
        <p:nvSpPr>
          <p:cNvPr id="9" name="项标题"/>
          <p:cNvSpPr txBox="1"/>
          <p:nvPr>
            <p:custDataLst>
              <p:tags r:id="rId9"/>
            </p:custDataLst>
          </p:nvPr>
        </p:nvSpPr>
        <p:spPr>
          <a:xfrm>
            <a:off x="3036570" y="4853940"/>
            <a:ext cx="2014220" cy="9556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spc="300" dirty="0">
                <a:solidFill>
                  <a:schemeClr val="tx2"/>
                </a:solidFill>
                <a:latin typeface="+mn-ea"/>
              </a:rPr>
              <a:t>单击添加目录项标题</a:t>
            </a:r>
            <a:endParaRPr lang="zh-CN" altLang="en-US" sz="2400" spc="3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10" name="任意多边形: 形状 9"/>
          <p:cNvSpPr/>
          <p:nvPr>
            <p:custDataLst>
              <p:tags r:id="rId10"/>
            </p:custDataLst>
          </p:nvPr>
        </p:nvSpPr>
        <p:spPr>
          <a:xfrm flipV="1">
            <a:off x="2783921" y="4330704"/>
            <a:ext cx="863870" cy="100688"/>
          </a:xfrm>
          <a:custGeom>
            <a:avLst/>
            <a:gdLst>
              <a:gd name="connsiteX0" fmla="*/ 658026 w 768973"/>
              <a:gd name="connsiteY0" fmla="*/ 89627 h 89627"/>
              <a:gd name="connsiteX1" fmla="*/ 709661 w 768973"/>
              <a:gd name="connsiteY1" fmla="*/ 89627 h 89627"/>
              <a:gd name="connsiteX2" fmla="*/ 768973 w 768973"/>
              <a:gd name="connsiteY2" fmla="*/ 0 h 89627"/>
              <a:gd name="connsiteX3" fmla="*/ 717338 w 768973"/>
              <a:gd name="connsiteY3" fmla="*/ 0 h 89627"/>
              <a:gd name="connsiteX4" fmla="*/ 565315 w 768973"/>
              <a:gd name="connsiteY4" fmla="*/ 89627 h 89627"/>
              <a:gd name="connsiteX5" fmla="*/ 616949 w 768973"/>
              <a:gd name="connsiteY5" fmla="*/ 89627 h 89627"/>
              <a:gd name="connsiteX6" fmla="*/ 676262 w 768973"/>
              <a:gd name="connsiteY6" fmla="*/ 0 h 89627"/>
              <a:gd name="connsiteX7" fmla="*/ 624627 w 768973"/>
              <a:gd name="connsiteY7" fmla="*/ 0 h 89627"/>
              <a:gd name="connsiteX8" fmla="*/ 472603 w 768973"/>
              <a:gd name="connsiteY8" fmla="*/ 89627 h 89627"/>
              <a:gd name="connsiteX9" fmla="*/ 524238 w 768973"/>
              <a:gd name="connsiteY9" fmla="*/ 89627 h 89627"/>
              <a:gd name="connsiteX10" fmla="*/ 583551 w 768973"/>
              <a:gd name="connsiteY10" fmla="*/ 0 h 89627"/>
              <a:gd name="connsiteX11" fmla="*/ 531916 w 768973"/>
              <a:gd name="connsiteY11" fmla="*/ 0 h 89627"/>
              <a:gd name="connsiteX12" fmla="*/ 379892 w 768973"/>
              <a:gd name="connsiteY12" fmla="*/ 89627 h 89627"/>
              <a:gd name="connsiteX13" fmla="*/ 431527 w 768973"/>
              <a:gd name="connsiteY13" fmla="*/ 89627 h 89627"/>
              <a:gd name="connsiteX14" fmla="*/ 490839 w 768973"/>
              <a:gd name="connsiteY14" fmla="*/ 0 h 89627"/>
              <a:gd name="connsiteX15" fmla="*/ 439205 w 768973"/>
              <a:gd name="connsiteY15" fmla="*/ 0 h 89627"/>
              <a:gd name="connsiteX16" fmla="*/ 278134 w 768973"/>
              <a:gd name="connsiteY16" fmla="*/ 89627 h 89627"/>
              <a:gd name="connsiteX17" fmla="*/ 329768 w 768973"/>
              <a:gd name="connsiteY17" fmla="*/ 89627 h 89627"/>
              <a:gd name="connsiteX18" fmla="*/ 389081 w 768973"/>
              <a:gd name="connsiteY18" fmla="*/ 0 h 89627"/>
              <a:gd name="connsiteX19" fmla="*/ 337446 w 768973"/>
              <a:gd name="connsiteY19" fmla="*/ 0 h 89627"/>
              <a:gd name="connsiteX20" fmla="*/ 185422 w 768973"/>
              <a:gd name="connsiteY20" fmla="*/ 89627 h 89627"/>
              <a:gd name="connsiteX21" fmla="*/ 237057 w 768973"/>
              <a:gd name="connsiteY21" fmla="*/ 89627 h 89627"/>
              <a:gd name="connsiteX22" fmla="*/ 296370 w 768973"/>
              <a:gd name="connsiteY22" fmla="*/ 0 h 89627"/>
              <a:gd name="connsiteX23" fmla="*/ 244735 w 768973"/>
              <a:gd name="connsiteY23" fmla="*/ 0 h 89627"/>
              <a:gd name="connsiteX24" fmla="*/ 92711 w 768973"/>
              <a:gd name="connsiteY24" fmla="*/ 89627 h 89627"/>
              <a:gd name="connsiteX25" fmla="*/ 144346 w 768973"/>
              <a:gd name="connsiteY25" fmla="*/ 89627 h 89627"/>
              <a:gd name="connsiteX26" fmla="*/ 203658 w 768973"/>
              <a:gd name="connsiteY26" fmla="*/ 0 h 89627"/>
              <a:gd name="connsiteX27" fmla="*/ 152024 w 768973"/>
              <a:gd name="connsiteY27" fmla="*/ 0 h 89627"/>
              <a:gd name="connsiteX28" fmla="*/ 0 w 768973"/>
              <a:gd name="connsiteY28" fmla="*/ 89627 h 89627"/>
              <a:gd name="connsiteX29" fmla="*/ 51635 w 768973"/>
              <a:gd name="connsiteY29" fmla="*/ 89627 h 89627"/>
              <a:gd name="connsiteX30" fmla="*/ 110947 w 768973"/>
              <a:gd name="connsiteY30" fmla="*/ 0 h 89627"/>
              <a:gd name="connsiteX31" fmla="*/ 59312 w 768973"/>
              <a:gd name="connsiteY31" fmla="*/ 0 h 8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768973" h="89627">
                <a:moveTo>
                  <a:pt x="658026" y="89627"/>
                </a:moveTo>
                <a:lnTo>
                  <a:pt x="709661" y="89627"/>
                </a:lnTo>
                <a:lnTo>
                  <a:pt x="768973" y="0"/>
                </a:lnTo>
                <a:lnTo>
                  <a:pt x="717338" y="0"/>
                </a:lnTo>
                <a:close/>
                <a:moveTo>
                  <a:pt x="565315" y="89627"/>
                </a:moveTo>
                <a:lnTo>
                  <a:pt x="616949" y="89627"/>
                </a:lnTo>
                <a:lnTo>
                  <a:pt x="676262" y="0"/>
                </a:lnTo>
                <a:lnTo>
                  <a:pt x="624627" y="0"/>
                </a:lnTo>
                <a:close/>
                <a:moveTo>
                  <a:pt x="472603" y="89627"/>
                </a:moveTo>
                <a:lnTo>
                  <a:pt x="524238" y="89627"/>
                </a:lnTo>
                <a:lnTo>
                  <a:pt x="583551" y="0"/>
                </a:lnTo>
                <a:lnTo>
                  <a:pt x="531916" y="0"/>
                </a:lnTo>
                <a:close/>
                <a:moveTo>
                  <a:pt x="379892" y="89627"/>
                </a:moveTo>
                <a:lnTo>
                  <a:pt x="431527" y="89627"/>
                </a:lnTo>
                <a:lnTo>
                  <a:pt x="490839" y="0"/>
                </a:lnTo>
                <a:lnTo>
                  <a:pt x="439205" y="0"/>
                </a:lnTo>
                <a:close/>
                <a:moveTo>
                  <a:pt x="278134" y="89627"/>
                </a:moveTo>
                <a:lnTo>
                  <a:pt x="329768" y="89627"/>
                </a:lnTo>
                <a:lnTo>
                  <a:pt x="389081" y="0"/>
                </a:lnTo>
                <a:lnTo>
                  <a:pt x="337446" y="0"/>
                </a:lnTo>
                <a:close/>
                <a:moveTo>
                  <a:pt x="185422" y="89627"/>
                </a:moveTo>
                <a:lnTo>
                  <a:pt x="237057" y="89627"/>
                </a:lnTo>
                <a:lnTo>
                  <a:pt x="296370" y="0"/>
                </a:lnTo>
                <a:lnTo>
                  <a:pt x="244735" y="0"/>
                </a:lnTo>
                <a:close/>
                <a:moveTo>
                  <a:pt x="92711" y="89627"/>
                </a:moveTo>
                <a:lnTo>
                  <a:pt x="144346" y="89627"/>
                </a:lnTo>
                <a:lnTo>
                  <a:pt x="203658" y="0"/>
                </a:lnTo>
                <a:lnTo>
                  <a:pt x="152024" y="0"/>
                </a:lnTo>
                <a:close/>
                <a:moveTo>
                  <a:pt x="0" y="89627"/>
                </a:moveTo>
                <a:lnTo>
                  <a:pt x="51635" y="89627"/>
                </a:lnTo>
                <a:lnTo>
                  <a:pt x="110947" y="0"/>
                </a:lnTo>
                <a:lnTo>
                  <a:pt x="59312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1" name="任意多边形: 形状 10"/>
          <p:cNvSpPr/>
          <p:nvPr>
            <p:custDataLst>
              <p:tags r:id="rId11"/>
            </p:custDataLst>
          </p:nvPr>
        </p:nvSpPr>
        <p:spPr>
          <a:xfrm flipV="1">
            <a:off x="1445979" y="5942090"/>
            <a:ext cx="437097" cy="100688"/>
          </a:xfrm>
          <a:custGeom>
            <a:avLst/>
            <a:gdLst>
              <a:gd name="connsiteX0" fmla="*/ 278134 w 389081"/>
              <a:gd name="connsiteY0" fmla="*/ 89627 h 89627"/>
              <a:gd name="connsiteX1" fmla="*/ 329769 w 389081"/>
              <a:gd name="connsiteY1" fmla="*/ 89627 h 89627"/>
              <a:gd name="connsiteX2" fmla="*/ 389081 w 389081"/>
              <a:gd name="connsiteY2" fmla="*/ 0 h 89627"/>
              <a:gd name="connsiteX3" fmla="*/ 337446 w 389081"/>
              <a:gd name="connsiteY3" fmla="*/ 0 h 89627"/>
              <a:gd name="connsiteX4" fmla="*/ 185423 w 389081"/>
              <a:gd name="connsiteY4" fmla="*/ 89627 h 89627"/>
              <a:gd name="connsiteX5" fmla="*/ 237057 w 389081"/>
              <a:gd name="connsiteY5" fmla="*/ 89627 h 89627"/>
              <a:gd name="connsiteX6" fmla="*/ 296370 w 389081"/>
              <a:gd name="connsiteY6" fmla="*/ 0 h 89627"/>
              <a:gd name="connsiteX7" fmla="*/ 244735 w 389081"/>
              <a:gd name="connsiteY7" fmla="*/ 0 h 89627"/>
              <a:gd name="connsiteX8" fmla="*/ 92711 w 389081"/>
              <a:gd name="connsiteY8" fmla="*/ 89627 h 89627"/>
              <a:gd name="connsiteX9" fmla="*/ 144346 w 389081"/>
              <a:gd name="connsiteY9" fmla="*/ 89627 h 89627"/>
              <a:gd name="connsiteX10" fmla="*/ 203659 w 389081"/>
              <a:gd name="connsiteY10" fmla="*/ 0 h 89627"/>
              <a:gd name="connsiteX11" fmla="*/ 152024 w 389081"/>
              <a:gd name="connsiteY11" fmla="*/ 0 h 89627"/>
              <a:gd name="connsiteX12" fmla="*/ 0 w 389081"/>
              <a:gd name="connsiteY12" fmla="*/ 89627 h 89627"/>
              <a:gd name="connsiteX13" fmla="*/ 51635 w 389081"/>
              <a:gd name="connsiteY13" fmla="*/ 89627 h 89627"/>
              <a:gd name="connsiteX14" fmla="*/ 110947 w 389081"/>
              <a:gd name="connsiteY14" fmla="*/ 0 h 89627"/>
              <a:gd name="connsiteX15" fmla="*/ 59312 w 389081"/>
              <a:gd name="connsiteY15" fmla="*/ 0 h 8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89081" h="89627">
                <a:moveTo>
                  <a:pt x="278134" y="89627"/>
                </a:moveTo>
                <a:lnTo>
                  <a:pt x="329769" y="89627"/>
                </a:lnTo>
                <a:lnTo>
                  <a:pt x="389081" y="0"/>
                </a:lnTo>
                <a:lnTo>
                  <a:pt x="337446" y="0"/>
                </a:lnTo>
                <a:close/>
                <a:moveTo>
                  <a:pt x="185423" y="89627"/>
                </a:moveTo>
                <a:lnTo>
                  <a:pt x="237057" y="89627"/>
                </a:lnTo>
                <a:lnTo>
                  <a:pt x="296370" y="0"/>
                </a:lnTo>
                <a:lnTo>
                  <a:pt x="244735" y="0"/>
                </a:lnTo>
                <a:close/>
                <a:moveTo>
                  <a:pt x="92711" y="89627"/>
                </a:moveTo>
                <a:lnTo>
                  <a:pt x="144346" y="89627"/>
                </a:lnTo>
                <a:lnTo>
                  <a:pt x="203659" y="0"/>
                </a:lnTo>
                <a:lnTo>
                  <a:pt x="152024" y="0"/>
                </a:lnTo>
                <a:close/>
                <a:moveTo>
                  <a:pt x="0" y="89627"/>
                </a:moveTo>
                <a:lnTo>
                  <a:pt x="51635" y="89627"/>
                </a:lnTo>
                <a:lnTo>
                  <a:pt x="110947" y="0"/>
                </a:lnTo>
                <a:lnTo>
                  <a:pt x="59312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任意多边形: 形状 11"/>
          <p:cNvSpPr/>
          <p:nvPr>
            <p:custDataLst>
              <p:tags r:id="rId12"/>
            </p:custDataLst>
          </p:nvPr>
        </p:nvSpPr>
        <p:spPr>
          <a:xfrm>
            <a:off x="6356206" y="2364626"/>
            <a:ext cx="4891014" cy="1712074"/>
          </a:xfrm>
          <a:custGeom>
            <a:avLst/>
            <a:gdLst>
              <a:gd name="connsiteX0" fmla="*/ 0 w 4891014"/>
              <a:gd name="connsiteY0" fmla="*/ 0 h 1712074"/>
              <a:gd name="connsiteX1" fmla="*/ 1694463 w 4891014"/>
              <a:gd name="connsiteY1" fmla="*/ 0 h 1712074"/>
              <a:gd name="connsiteX2" fmla="*/ 1818456 w 4891014"/>
              <a:gd name="connsiteY2" fmla="*/ 201054 h 1712074"/>
              <a:gd name="connsiteX3" fmla="*/ 4891014 w 4891014"/>
              <a:gd name="connsiteY3" fmla="*/ 201054 h 1712074"/>
              <a:gd name="connsiteX4" fmla="*/ 4891014 w 4891014"/>
              <a:gd name="connsiteY4" fmla="*/ 1712074 h 1712074"/>
              <a:gd name="connsiteX5" fmla="*/ 1019975 w 4891014"/>
              <a:gd name="connsiteY5" fmla="*/ 1712074 h 1712074"/>
              <a:gd name="connsiteX6" fmla="*/ 916974 w 4891014"/>
              <a:gd name="connsiteY6" fmla="*/ 1545058 h 1712074"/>
              <a:gd name="connsiteX7" fmla="*/ 173034 w 4891014"/>
              <a:gd name="connsiteY7" fmla="*/ 1545058 h 1712074"/>
              <a:gd name="connsiteX8" fmla="*/ 0 w 4891014"/>
              <a:gd name="connsiteY8" fmla="*/ 1283586 h 1712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91014" h="1712074">
                <a:moveTo>
                  <a:pt x="0" y="0"/>
                </a:moveTo>
                <a:lnTo>
                  <a:pt x="1694463" y="0"/>
                </a:lnTo>
                <a:lnTo>
                  <a:pt x="1818456" y="201054"/>
                </a:lnTo>
                <a:lnTo>
                  <a:pt x="4891014" y="201054"/>
                </a:lnTo>
                <a:lnTo>
                  <a:pt x="4891014" y="1712074"/>
                </a:lnTo>
                <a:lnTo>
                  <a:pt x="1019975" y="1712074"/>
                </a:lnTo>
                <a:lnTo>
                  <a:pt x="916974" y="1545058"/>
                </a:lnTo>
                <a:lnTo>
                  <a:pt x="173034" y="1545058"/>
                </a:lnTo>
                <a:lnTo>
                  <a:pt x="0" y="1283586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20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10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13" name="序号"/>
          <p:cNvSpPr txBox="1"/>
          <p:nvPr>
            <p:custDataLst>
              <p:tags r:id="rId13"/>
            </p:custDataLst>
          </p:nvPr>
        </p:nvSpPr>
        <p:spPr>
          <a:xfrm>
            <a:off x="6558623" y="2618630"/>
            <a:ext cx="1248183" cy="955695"/>
          </a:xfrm>
          <a:prstGeom prst="rect">
            <a:avLst/>
          </a:prstGeom>
        </p:spPr>
        <p:txBody>
          <a:bodyPr vert="horz" wrap="none" lIns="90000" tIns="46800" rIns="90000" bIns="46800" rtlCol="0" anchor="ctr" anchorCtr="0">
            <a:normAutofit lnSpcReduction="20000"/>
          </a:bodyPr>
          <a:lstStyle>
            <a:defPPr>
              <a:defRPr lang="zh-CN"/>
            </a:defPPr>
            <a:lvl1pPr indent="0" algn="ctr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4800" b="1" u="none" strike="noStrike" cap="none" spc="150" normalizeH="0" baseline="0">
                <a:gradFill flip="none" rotWithShape="1">
                  <a:gsLst>
                    <a:gs pos="20000">
                      <a:schemeClr val="accent1"/>
                    </a:gs>
                    <a:gs pos="99083">
                      <a:schemeClr val="accent1">
                        <a:lumMod val="20000"/>
                        <a:lumOff val="80000"/>
                      </a:schemeClr>
                    </a:gs>
                    <a:gs pos="65000">
                      <a:schemeClr val="accent1">
                        <a:lumMod val="60000"/>
                        <a:lumOff val="40000"/>
                      </a:schemeClr>
                    </a:gs>
                  </a:gsLst>
                  <a:lin ang="13500000" scaled="1"/>
                  <a:tileRect/>
                </a:gradFill>
                <a:uFillTx/>
              </a:defRPr>
            </a:lvl1pPr>
            <a:lvl2pPr marL="685800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14" name="项标题"/>
          <p:cNvSpPr txBox="1"/>
          <p:nvPr>
            <p:custDataLst>
              <p:tags r:id="rId14"/>
            </p:custDataLst>
          </p:nvPr>
        </p:nvSpPr>
        <p:spPr>
          <a:xfrm>
            <a:off x="8435340" y="2887345"/>
            <a:ext cx="2014220" cy="9556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spc="300" dirty="0">
                <a:solidFill>
                  <a:schemeClr val="tx2"/>
                </a:solidFill>
                <a:latin typeface="+mn-ea"/>
              </a:rPr>
              <a:t>单击添加目录项标题</a:t>
            </a:r>
            <a:endParaRPr lang="zh-CN" altLang="en-US" sz="2400" spc="3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15" name="任意多边形: 形状 14"/>
          <p:cNvSpPr/>
          <p:nvPr>
            <p:custDataLst>
              <p:tags r:id="rId15"/>
            </p:custDataLst>
          </p:nvPr>
        </p:nvSpPr>
        <p:spPr>
          <a:xfrm flipV="1">
            <a:off x="8182863" y="2364626"/>
            <a:ext cx="863870" cy="100688"/>
          </a:xfrm>
          <a:custGeom>
            <a:avLst/>
            <a:gdLst>
              <a:gd name="connsiteX0" fmla="*/ 658026 w 768973"/>
              <a:gd name="connsiteY0" fmla="*/ 89627 h 89627"/>
              <a:gd name="connsiteX1" fmla="*/ 709661 w 768973"/>
              <a:gd name="connsiteY1" fmla="*/ 89627 h 89627"/>
              <a:gd name="connsiteX2" fmla="*/ 768973 w 768973"/>
              <a:gd name="connsiteY2" fmla="*/ 0 h 89627"/>
              <a:gd name="connsiteX3" fmla="*/ 717338 w 768973"/>
              <a:gd name="connsiteY3" fmla="*/ 0 h 89627"/>
              <a:gd name="connsiteX4" fmla="*/ 565315 w 768973"/>
              <a:gd name="connsiteY4" fmla="*/ 89627 h 89627"/>
              <a:gd name="connsiteX5" fmla="*/ 616949 w 768973"/>
              <a:gd name="connsiteY5" fmla="*/ 89627 h 89627"/>
              <a:gd name="connsiteX6" fmla="*/ 676262 w 768973"/>
              <a:gd name="connsiteY6" fmla="*/ 0 h 89627"/>
              <a:gd name="connsiteX7" fmla="*/ 624627 w 768973"/>
              <a:gd name="connsiteY7" fmla="*/ 0 h 89627"/>
              <a:gd name="connsiteX8" fmla="*/ 472603 w 768973"/>
              <a:gd name="connsiteY8" fmla="*/ 89627 h 89627"/>
              <a:gd name="connsiteX9" fmla="*/ 524238 w 768973"/>
              <a:gd name="connsiteY9" fmla="*/ 89627 h 89627"/>
              <a:gd name="connsiteX10" fmla="*/ 583551 w 768973"/>
              <a:gd name="connsiteY10" fmla="*/ 0 h 89627"/>
              <a:gd name="connsiteX11" fmla="*/ 531916 w 768973"/>
              <a:gd name="connsiteY11" fmla="*/ 0 h 89627"/>
              <a:gd name="connsiteX12" fmla="*/ 379892 w 768973"/>
              <a:gd name="connsiteY12" fmla="*/ 89627 h 89627"/>
              <a:gd name="connsiteX13" fmla="*/ 431527 w 768973"/>
              <a:gd name="connsiteY13" fmla="*/ 89627 h 89627"/>
              <a:gd name="connsiteX14" fmla="*/ 490839 w 768973"/>
              <a:gd name="connsiteY14" fmla="*/ 0 h 89627"/>
              <a:gd name="connsiteX15" fmla="*/ 439205 w 768973"/>
              <a:gd name="connsiteY15" fmla="*/ 0 h 89627"/>
              <a:gd name="connsiteX16" fmla="*/ 278134 w 768973"/>
              <a:gd name="connsiteY16" fmla="*/ 89627 h 89627"/>
              <a:gd name="connsiteX17" fmla="*/ 329768 w 768973"/>
              <a:gd name="connsiteY17" fmla="*/ 89627 h 89627"/>
              <a:gd name="connsiteX18" fmla="*/ 389081 w 768973"/>
              <a:gd name="connsiteY18" fmla="*/ 0 h 89627"/>
              <a:gd name="connsiteX19" fmla="*/ 337446 w 768973"/>
              <a:gd name="connsiteY19" fmla="*/ 0 h 89627"/>
              <a:gd name="connsiteX20" fmla="*/ 185422 w 768973"/>
              <a:gd name="connsiteY20" fmla="*/ 89627 h 89627"/>
              <a:gd name="connsiteX21" fmla="*/ 237057 w 768973"/>
              <a:gd name="connsiteY21" fmla="*/ 89627 h 89627"/>
              <a:gd name="connsiteX22" fmla="*/ 296370 w 768973"/>
              <a:gd name="connsiteY22" fmla="*/ 0 h 89627"/>
              <a:gd name="connsiteX23" fmla="*/ 244735 w 768973"/>
              <a:gd name="connsiteY23" fmla="*/ 0 h 89627"/>
              <a:gd name="connsiteX24" fmla="*/ 92711 w 768973"/>
              <a:gd name="connsiteY24" fmla="*/ 89627 h 89627"/>
              <a:gd name="connsiteX25" fmla="*/ 144346 w 768973"/>
              <a:gd name="connsiteY25" fmla="*/ 89627 h 89627"/>
              <a:gd name="connsiteX26" fmla="*/ 203658 w 768973"/>
              <a:gd name="connsiteY26" fmla="*/ 0 h 89627"/>
              <a:gd name="connsiteX27" fmla="*/ 152024 w 768973"/>
              <a:gd name="connsiteY27" fmla="*/ 0 h 89627"/>
              <a:gd name="connsiteX28" fmla="*/ 0 w 768973"/>
              <a:gd name="connsiteY28" fmla="*/ 89627 h 89627"/>
              <a:gd name="connsiteX29" fmla="*/ 51635 w 768973"/>
              <a:gd name="connsiteY29" fmla="*/ 89627 h 89627"/>
              <a:gd name="connsiteX30" fmla="*/ 110947 w 768973"/>
              <a:gd name="connsiteY30" fmla="*/ 0 h 89627"/>
              <a:gd name="connsiteX31" fmla="*/ 59312 w 768973"/>
              <a:gd name="connsiteY31" fmla="*/ 0 h 8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768973" h="89627">
                <a:moveTo>
                  <a:pt x="658026" y="89627"/>
                </a:moveTo>
                <a:lnTo>
                  <a:pt x="709661" y="89627"/>
                </a:lnTo>
                <a:lnTo>
                  <a:pt x="768973" y="0"/>
                </a:lnTo>
                <a:lnTo>
                  <a:pt x="717338" y="0"/>
                </a:lnTo>
                <a:close/>
                <a:moveTo>
                  <a:pt x="565315" y="89627"/>
                </a:moveTo>
                <a:lnTo>
                  <a:pt x="616949" y="89627"/>
                </a:lnTo>
                <a:lnTo>
                  <a:pt x="676262" y="0"/>
                </a:lnTo>
                <a:lnTo>
                  <a:pt x="624627" y="0"/>
                </a:lnTo>
                <a:close/>
                <a:moveTo>
                  <a:pt x="472603" y="89627"/>
                </a:moveTo>
                <a:lnTo>
                  <a:pt x="524238" y="89627"/>
                </a:lnTo>
                <a:lnTo>
                  <a:pt x="583551" y="0"/>
                </a:lnTo>
                <a:lnTo>
                  <a:pt x="531916" y="0"/>
                </a:lnTo>
                <a:close/>
                <a:moveTo>
                  <a:pt x="379892" y="89627"/>
                </a:moveTo>
                <a:lnTo>
                  <a:pt x="431527" y="89627"/>
                </a:lnTo>
                <a:lnTo>
                  <a:pt x="490839" y="0"/>
                </a:lnTo>
                <a:lnTo>
                  <a:pt x="439205" y="0"/>
                </a:lnTo>
                <a:close/>
                <a:moveTo>
                  <a:pt x="278134" y="89627"/>
                </a:moveTo>
                <a:lnTo>
                  <a:pt x="329768" y="89627"/>
                </a:lnTo>
                <a:lnTo>
                  <a:pt x="389081" y="0"/>
                </a:lnTo>
                <a:lnTo>
                  <a:pt x="337446" y="0"/>
                </a:lnTo>
                <a:close/>
                <a:moveTo>
                  <a:pt x="185422" y="89627"/>
                </a:moveTo>
                <a:lnTo>
                  <a:pt x="237057" y="89627"/>
                </a:lnTo>
                <a:lnTo>
                  <a:pt x="296370" y="0"/>
                </a:lnTo>
                <a:lnTo>
                  <a:pt x="244735" y="0"/>
                </a:lnTo>
                <a:close/>
                <a:moveTo>
                  <a:pt x="92711" y="89627"/>
                </a:moveTo>
                <a:lnTo>
                  <a:pt x="144346" y="89627"/>
                </a:lnTo>
                <a:lnTo>
                  <a:pt x="203658" y="0"/>
                </a:lnTo>
                <a:lnTo>
                  <a:pt x="152024" y="0"/>
                </a:lnTo>
                <a:close/>
                <a:moveTo>
                  <a:pt x="0" y="89627"/>
                </a:moveTo>
                <a:lnTo>
                  <a:pt x="51635" y="89627"/>
                </a:lnTo>
                <a:lnTo>
                  <a:pt x="110947" y="0"/>
                </a:lnTo>
                <a:lnTo>
                  <a:pt x="59312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6" name="任意多边形: 形状 15"/>
          <p:cNvSpPr/>
          <p:nvPr>
            <p:custDataLst>
              <p:tags r:id="rId16"/>
            </p:custDataLst>
          </p:nvPr>
        </p:nvSpPr>
        <p:spPr>
          <a:xfrm flipV="1">
            <a:off x="6844921" y="3976012"/>
            <a:ext cx="437097" cy="100688"/>
          </a:xfrm>
          <a:custGeom>
            <a:avLst/>
            <a:gdLst>
              <a:gd name="connsiteX0" fmla="*/ 278134 w 389081"/>
              <a:gd name="connsiteY0" fmla="*/ 89627 h 89627"/>
              <a:gd name="connsiteX1" fmla="*/ 329769 w 389081"/>
              <a:gd name="connsiteY1" fmla="*/ 89627 h 89627"/>
              <a:gd name="connsiteX2" fmla="*/ 389081 w 389081"/>
              <a:gd name="connsiteY2" fmla="*/ 0 h 89627"/>
              <a:gd name="connsiteX3" fmla="*/ 337446 w 389081"/>
              <a:gd name="connsiteY3" fmla="*/ 0 h 89627"/>
              <a:gd name="connsiteX4" fmla="*/ 185423 w 389081"/>
              <a:gd name="connsiteY4" fmla="*/ 89627 h 89627"/>
              <a:gd name="connsiteX5" fmla="*/ 237057 w 389081"/>
              <a:gd name="connsiteY5" fmla="*/ 89627 h 89627"/>
              <a:gd name="connsiteX6" fmla="*/ 296370 w 389081"/>
              <a:gd name="connsiteY6" fmla="*/ 0 h 89627"/>
              <a:gd name="connsiteX7" fmla="*/ 244735 w 389081"/>
              <a:gd name="connsiteY7" fmla="*/ 0 h 89627"/>
              <a:gd name="connsiteX8" fmla="*/ 92711 w 389081"/>
              <a:gd name="connsiteY8" fmla="*/ 89627 h 89627"/>
              <a:gd name="connsiteX9" fmla="*/ 144346 w 389081"/>
              <a:gd name="connsiteY9" fmla="*/ 89627 h 89627"/>
              <a:gd name="connsiteX10" fmla="*/ 203659 w 389081"/>
              <a:gd name="connsiteY10" fmla="*/ 0 h 89627"/>
              <a:gd name="connsiteX11" fmla="*/ 152024 w 389081"/>
              <a:gd name="connsiteY11" fmla="*/ 0 h 89627"/>
              <a:gd name="connsiteX12" fmla="*/ 0 w 389081"/>
              <a:gd name="connsiteY12" fmla="*/ 89627 h 89627"/>
              <a:gd name="connsiteX13" fmla="*/ 51635 w 389081"/>
              <a:gd name="connsiteY13" fmla="*/ 89627 h 89627"/>
              <a:gd name="connsiteX14" fmla="*/ 110947 w 389081"/>
              <a:gd name="connsiteY14" fmla="*/ 0 h 89627"/>
              <a:gd name="connsiteX15" fmla="*/ 59312 w 389081"/>
              <a:gd name="connsiteY15" fmla="*/ 0 h 8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89081" h="89627">
                <a:moveTo>
                  <a:pt x="278134" y="89627"/>
                </a:moveTo>
                <a:lnTo>
                  <a:pt x="329769" y="89627"/>
                </a:lnTo>
                <a:lnTo>
                  <a:pt x="389081" y="0"/>
                </a:lnTo>
                <a:lnTo>
                  <a:pt x="337446" y="0"/>
                </a:lnTo>
                <a:close/>
                <a:moveTo>
                  <a:pt x="185423" y="89627"/>
                </a:moveTo>
                <a:lnTo>
                  <a:pt x="237057" y="89627"/>
                </a:lnTo>
                <a:lnTo>
                  <a:pt x="296370" y="0"/>
                </a:lnTo>
                <a:lnTo>
                  <a:pt x="244735" y="0"/>
                </a:lnTo>
                <a:close/>
                <a:moveTo>
                  <a:pt x="92711" y="89627"/>
                </a:moveTo>
                <a:lnTo>
                  <a:pt x="144346" y="89627"/>
                </a:lnTo>
                <a:lnTo>
                  <a:pt x="203659" y="0"/>
                </a:lnTo>
                <a:lnTo>
                  <a:pt x="152024" y="0"/>
                </a:lnTo>
                <a:close/>
                <a:moveTo>
                  <a:pt x="0" y="89627"/>
                </a:moveTo>
                <a:lnTo>
                  <a:pt x="51635" y="89627"/>
                </a:lnTo>
                <a:lnTo>
                  <a:pt x="110947" y="0"/>
                </a:lnTo>
                <a:lnTo>
                  <a:pt x="59312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任意多边形: 形状 16"/>
          <p:cNvSpPr/>
          <p:nvPr>
            <p:custDataLst>
              <p:tags r:id="rId17"/>
            </p:custDataLst>
          </p:nvPr>
        </p:nvSpPr>
        <p:spPr>
          <a:xfrm>
            <a:off x="6356206" y="4330704"/>
            <a:ext cx="4891014" cy="1712074"/>
          </a:xfrm>
          <a:custGeom>
            <a:avLst/>
            <a:gdLst>
              <a:gd name="connsiteX0" fmla="*/ 0 w 4891014"/>
              <a:gd name="connsiteY0" fmla="*/ 0 h 1712074"/>
              <a:gd name="connsiteX1" fmla="*/ 1694463 w 4891014"/>
              <a:gd name="connsiteY1" fmla="*/ 0 h 1712074"/>
              <a:gd name="connsiteX2" fmla="*/ 1818456 w 4891014"/>
              <a:gd name="connsiteY2" fmla="*/ 201054 h 1712074"/>
              <a:gd name="connsiteX3" fmla="*/ 4891014 w 4891014"/>
              <a:gd name="connsiteY3" fmla="*/ 201054 h 1712074"/>
              <a:gd name="connsiteX4" fmla="*/ 4891014 w 4891014"/>
              <a:gd name="connsiteY4" fmla="*/ 1712074 h 1712074"/>
              <a:gd name="connsiteX5" fmla="*/ 1019975 w 4891014"/>
              <a:gd name="connsiteY5" fmla="*/ 1712074 h 1712074"/>
              <a:gd name="connsiteX6" fmla="*/ 916974 w 4891014"/>
              <a:gd name="connsiteY6" fmla="*/ 1545058 h 1712074"/>
              <a:gd name="connsiteX7" fmla="*/ 173034 w 4891014"/>
              <a:gd name="connsiteY7" fmla="*/ 1545058 h 1712074"/>
              <a:gd name="connsiteX8" fmla="*/ 0 w 4891014"/>
              <a:gd name="connsiteY8" fmla="*/ 1283586 h 1712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91014" h="1712074">
                <a:moveTo>
                  <a:pt x="0" y="0"/>
                </a:moveTo>
                <a:lnTo>
                  <a:pt x="1694463" y="0"/>
                </a:lnTo>
                <a:lnTo>
                  <a:pt x="1818456" y="201054"/>
                </a:lnTo>
                <a:lnTo>
                  <a:pt x="4891014" y="201054"/>
                </a:lnTo>
                <a:lnTo>
                  <a:pt x="4891014" y="1712074"/>
                </a:lnTo>
                <a:lnTo>
                  <a:pt x="1019975" y="1712074"/>
                </a:lnTo>
                <a:lnTo>
                  <a:pt x="916974" y="1545058"/>
                </a:lnTo>
                <a:lnTo>
                  <a:pt x="173034" y="1545058"/>
                </a:lnTo>
                <a:lnTo>
                  <a:pt x="0" y="1283586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20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10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19" name="序号"/>
          <p:cNvSpPr txBox="1"/>
          <p:nvPr>
            <p:custDataLst>
              <p:tags r:id="rId18"/>
            </p:custDataLst>
          </p:nvPr>
        </p:nvSpPr>
        <p:spPr>
          <a:xfrm>
            <a:off x="6558623" y="4584708"/>
            <a:ext cx="1248183" cy="955695"/>
          </a:xfrm>
          <a:prstGeom prst="rect">
            <a:avLst/>
          </a:prstGeom>
        </p:spPr>
        <p:txBody>
          <a:bodyPr vert="horz" wrap="none" lIns="90000" tIns="46800" rIns="90000" bIns="46800" rtlCol="0" anchor="ctr" anchorCtr="0">
            <a:normAutofit lnSpcReduction="20000"/>
          </a:bodyPr>
          <a:lstStyle>
            <a:defPPr>
              <a:defRPr lang="zh-CN"/>
            </a:defPPr>
            <a:lvl1pPr indent="0" algn="ctr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4800" b="1" u="none" strike="noStrike" cap="none" spc="150" normalizeH="0" baseline="0">
                <a:gradFill flip="none" rotWithShape="1">
                  <a:gsLst>
                    <a:gs pos="20000">
                      <a:schemeClr val="accent1"/>
                    </a:gs>
                    <a:gs pos="99083">
                      <a:schemeClr val="accent1">
                        <a:lumMod val="20000"/>
                        <a:lumOff val="80000"/>
                      </a:schemeClr>
                    </a:gs>
                    <a:gs pos="65000">
                      <a:schemeClr val="accent1">
                        <a:lumMod val="60000"/>
                        <a:lumOff val="40000"/>
                      </a:schemeClr>
                    </a:gs>
                  </a:gsLst>
                  <a:lin ang="13500000" scaled="1"/>
                  <a:tileRect/>
                </a:gradFill>
                <a:uFillTx/>
              </a:defRPr>
            </a:lvl1pPr>
            <a:lvl2pPr marL="685800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04</a:t>
            </a:r>
            <a:endParaRPr lang="en-US" dirty="0"/>
          </a:p>
        </p:txBody>
      </p:sp>
      <p:sp>
        <p:nvSpPr>
          <p:cNvPr id="20" name="项标题"/>
          <p:cNvSpPr txBox="1"/>
          <p:nvPr>
            <p:custDataLst>
              <p:tags r:id="rId19"/>
            </p:custDataLst>
          </p:nvPr>
        </p:nvSpPr>
        <p:spPr>
          <a:xfrm>
            <a:off x="8435340" y="4853940"/>
            <a:ext cx="2014220" cy="9556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0000"/>
              </a:lnSpc>
            </a:pPr>
            <a:endParaRPr lang="zh-CN" altLang="en-US" sz="2400" spc="3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21" name="任意多边形: 形状 20"/>
          <p:cNvSpPr/>
          <p:nvPr>
            <p:custDataLst>
              <p:tags r:id="rId20"/>
            </p:custDataLst>
          </p:nvPr>
        </p:nvSpPr>
        <p:spPr>
          <a:xfrm flipV="1">
            <a:off x="8182863" y="4330704"/>
            <a:ext cx="863870" cy="100688"/>
          </a:xfrm>
          <a:custGeom>
            <a:avLst/>
            <a:gdLst>
              <a:gd name="connsiteX0" fmla="*/ 658026 w 768973"/>
              <a:gd name="connsiteY0" fmla="*/ 89627 h 89627"/>
              <a:gd name="connsiteX1" fmla="*/ 709661 w 768973"/>
              <a:gd name="connsiteY1" fmla="*/ 89627 h 89627"/>
              <a:gd name="connsiteX2" fmla="*/ 768973 w 768973"/>
              <a:gd name="connsiteY2" fmla="*/ 0 h 89627"/>
              <a:gd name="connsiteX3" fmla="*/ 717338 w 768973"/>
              <a:gd name="connsiteY3" fmla="*/ 0 h 89627"/>
              <a:gd name="connsiteX4" fmla="*/ 565315 w 768973"/>
              <a:gd name="connsiteY4" fmla="*/ 89627 h 89627"/>
              <a:gd name="connsiteX5" fmla="*/ 616949 w 768973"/>
              <a:gd name="connsiteY5" fmla="*/ 89627 h 89627"/>
              <a:gd name="connsiteX6" fmla="*/ 676262 w 768973"/>
              <a:gd name="connsiteY6" fmla="*/ 0 h 89627"/>
              <a:gd name="connsiteX7" fmla="*/ 624627 w 768973"/>
              <a:gd name="connsiteY7" fmla="*/ 0 h 89627"/>
              <a:gd name="connsiteX8" fmla="*/ 472603 w 768973"/>
              <a:gd name="connsiteY8" fmla="*/ 89627 h 89627"/>
              <a:gd name="connsiteX9" fmla="*/ 524238 w 768973"/>
              <a:gd name="connsiteY9" fmla="*/ 89627 h 89627"/>
              <a:gd name="connsiteX10" fmla="*/ 583551 w 768973"/>
              <a:gd name="connsiteY10" fmla="*/ 0 h 89627"/>
              <a:gd name="connsiteX11" fmla="*/ 531916 w 768973"/>
              <a:gd name="connsiteY11" fmla="*/ 0 h 89627"/>
              <a:gd name="connsiteX12" fmla="*/ 379892 w 768973"/>
              <a:gd name="connsiteY12" fmla="*/ 89627 h 89627"/>
              <a:gd name="connsiteX13" fmla="*/ 431527 w 768973"/>
              <a:gd name="connsiteY13" fmla="*/ 89627 h 89627"/>
              <a:gd name="connsiteX14" fmla="*/ 490839 w 768973"/>
              <a:gd name="connsiteY14" fmla="*/ 0 h 89627"/>
              <a:gd name="connsiteX15" fmla="*/ 439205 w 768973"/>
              <a:gd name="connsiteY15" fmla="*/ 0 h 89627"/>
              <a:gd name="connsiteX16" fmla="*/ 278134 w 768973"/>
              <a:gd name="connsiteY16" fmla="*/ 89627 h 89627"/>
              <a:gd name="connsiteX17" fmla="*/ 329768 w 768973"/>
              <a:gd name="connsiteY17" fmla="*/ 89627 h 89627"/>
              <a:gd name="connsiteX18" fmla="*/ 389081 w 768973"/>
              <a:gd name="connsiteY18" fmla="*/ 0 h 89627"/>
              <a:gd name="connsiteX19" fmla="*/ 337446 w 768973"/>
              <a:gd name="connsiteY19" fmla="*/ 0 h 89627"/>
              <a:gd name="connsiteX20" fmla="*/ 185422 w 768973"/>
              <a:gd name="connsiteY20" fmla="*/ 89627 h 89627"/>
              <a:gd name="connsiteX21" fmla="*/ 237057 w 768973"/>
              <a:gd name="connsiteY21" fmla="*/ 89627 h 89627"/>
              <a:gd name="connsiteX22" fmla="*/ 296370 w 768973"/>
              <a:gd name="connsiteY22" fmla="*/ 0 h 89627"/>
              <a:gd name="connsiteX23" fmla="*/ 244735 w 768973"/>
              <a:gd name="connsiteY23" fmla="*/ 0 h 89627"/>
              <a:gd name="connsiteX24" fmla="*/ 92711 w 768973"/>
              <a:gd name="connsiteY24" fmla="*/ 89627 h 89627"/>
              <a:gd name="connsiteX25" fmla="*/ 144346 w 768973"/>
              <a:gd name="connsiteY25" fmla="*/ 89627 h 89627"/>
              <a:gd name="connsiteX26" fmla="*/ 203658 w 768973"/>
              <a:gd name="connsiteY26" fmla="*/ 0 h 89627"/>
              <a:gd name="connsiteX27" fmla="*/ 152024 w 768973"/>
              <a:gd name="connsiteY27" fmla="*/ 0 h 89627"/>
              <a:gd name="connsiteX28" fmla="*/ 0 w 768973"/>
              <a:gd name="connsiteY28" fmla="*/ 89627 h 89627"/>
              <a:gd name="connsiteX29" fmla="*/ 51635 w 768973"/>
              <a:gd name="connsiteY29" fmla="*/ 89627 h 89627"/>
              <a:gd name="connsiteX30" fmla="*/ 110947 w 768973"/>
              <a:gd name="connsiteY30" fmla="*/ 0 h 89627"/>
              <a:gd name="connsiteX31" fmla="*/ 59312 w 768973"/>
              <a:gd name="connsiteY31" fmla="*/ 0 h 8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768973" h="89627">
                <a:moveTo>
                  <a:pt x="658026" y="89627"/>
                </a:moveTo>
                <a:lnTo>
                  <a:pt x="709661" y="89627"/>
                </a:lnTo>
                <a:lnTo>
                  <a:pt x="768973" y="0"/>
                </a:lnTo>
                <a:lnTo>
                  <a:pt x="717338" y="0"/>
                </a:lnTo>
                <a:close/>
                <a:moveTo>
                  <a:pt x="565315" y="89627"/>
                </a:moveTo>
                <a:lnTo>
                  <a:pt x="616949" y="89627"/>
                </a:lnTo>
                <a:lnTo>
                  <a:pt x="676262" y="0"/>
                </a:lnTo>
                <a:lnTo>
                  <a:pt x="624627" y="0"/>
                </a:lnTo>
                <a:close/>
                <a:moveTo>
                  <a:pt x="472603" y="89627"/>
                </a:moveTo>
                <a:lnTo>
                  <a:pt x="524238" y="89627"/>
                </a:lnTo>
                <a:lnTo>
                  <a:pt x="583551" y="0"/>
                </a:lnTo>
                <a:lnTo>
                  <a:pt x="531916" y="0"/>
                </a:lnTo>
                <a:close/>
                <a:moveTo>
                  <a:pt x="379892" y="89627"/>
                </a:moveTo>
                <a:lnTo>
                  <a:pt x="431527" y="89627"/>
                </a:lnTo>
                <a:lnTo>
                  <a:pt x="490839" y="0"/>
                </a:lnTo>
                <a:lnTo>
                  <a:pt x="439205" y="0"/>
                </a:lnTo>
                <a:close/>
                <a:moveTo>
                  <a:pt x="278134" y="89627"/>
                </a:moveTo>
                <a:lnTo>
                  <a:pt x="329768" y="89627"/>
                </a:lnTo>
                <a:lnTo>
                  <a:pt x="389081" y="0"/>
                </a:lnTo>
                <a:lnTo>
                  <a:pt x="337446" y="0"/>
                </a:lnTo>
                <a:close/>
                <a:moveTo>
                  <a:pt x="185422" y="89627"/>
                </a:moveTo>
                <a:lnTo>
                  <a:pt x="237057" y="89627"/>
                </a:lnTo>
                <a:lnTo>
                  <a:pt x="296370" y="0"/>
                </a:lnTo>
                <a:lnTo>
                  <a:pt x="244735" y="0"/>
                </a:lnTo>
                <a:close/>
                <a:moveTo>
                  <a:pt x="92711" y="89627"/>
                </a:moveTo>
                <a:lnTo>
                  <a:pt x="144346" y="89627"/>
                </a:lnTo>
                <a:lnTo>
                  <a:pt x="203658" y="0"/>
                </a:lnTo>
                <a:lnTo>
                  <a:pt x="152024" y="0"/>
                </a:lnTo>
                <a:close/>
                <a:moveTo>
                  <a:pt x="0" y="89627"/>
                </a:moveTo>
                <a:lnTo>
                  <a:pt x="51635" y="89627"/>
                </a:lnTo>
                <a:lnTo>
                  <a:pt x="110947" y="0"/>
                </a:lnTo>
                <a:lnTo>
                  <a:pt x="59312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2" name="任意多边形: 形状 21"/>
          <p:cNvSpPr/>
          <p:nvPr>
            <p:custDataLst>
              <p:tags r:id="rId21"/>
            </p:custDataLst>
          </p:nvPr>
        </p:nvSpPr>
        <p:spPr>
          <a:xfrm flipV="1">
            <a:off x="6844921" y="5942090"/>
            <a:ext cx="437097" cy="100688"/>
          </a:xfrm>
          <a:custGeom>
            <a:avLst/>
            <a:gdLst>
              <a:gd name="connsiteX0" fmla="*/ 278134 w 389081"/>
              <a:gd name="connsiteY0" fmla="*/ 89627 h 89627"/>
              <a:gd name="connsiteX1" fmla="*/ 329769 w 389081"/>
              <a:gd name="connsiteY1" fmla="*/ 89627 h 89627"/>
              <a:gd name="connsiteX2" fmla="*/ 389081 w 389081"/>
              <a:gd name="connsiteY2" fmla="*/ 0 h 89627"/>
              <a:gd name="connsiteX3" fmla="*/ 337446 w 389081"/>
              <a:gd name="connsiteY3" fmla="*/ 0 h 89627"/>
              <a:gd name="connsiteX4" fmla="*/ 185423 w 389081"/>
              <a:gd name="connsiteY4" fmla="*/ 89627 h 89627"/>
              <a:gd name="connsiteX5" fmla="*/ 237057 w 389081"/>
              <a:gd name="connsiteY5" fmla="*/ 89627 h 89627"/>
              <a:gd name="connsiteX6" fmla="*/ 296370 w 389081"/>
              <a:gd name="connsiteY6" fmla="*/ 0 h 89627"/>
              <a:gd name="connsiteX7" fmla="*/ 244735 w 389081"/>
              <a:gd name="connsiteY7" fmla="*/ 0 h 89627"/>
              <a:gd name="connsiteX8" fmla="*/ 92711 w 389081"/>
              <a:gd name="connsiteY8" fmla="*/ 89627 h 89627"/>
              <a:gd name="connsiteX9" fmla="*/ 144346 w 389081"/>
              <a:gd name="connsiteY9" fmla="*/ 89627 h 89627"/>
              <a:gd name="connsiteX10" fmla="*/ 203659 w 389081"/>
              <a:gd name="connsiteY10" fmla="*/ 0 h 89627"/>
              <a:gd name="connsiteX11" fmla="*/ 152024 w 389081"/>
              <a:gd name="connsiteY11" fmla="*/ 0 h 89627"/>
              <a:gd name="connsiteX12" fmla="*/ 0 w 389081"/>
              <a:gd name="connsiteY12" fmla="*/ 89627 h 89627"/>
              <a:gd name="connsiteX13" fmla="*/ 51635 w 389081"/>
              <a:gd name="connsiteY13" fmla="*/ 89627 h 89627"/>
              <a:gd name="connsiteX14" fmla="*/ 110947 w 389081"/>
              <a:gd name="connsiteY14" fmla="*/ 0 h 89627"/>
              <a:gd name="connsiteX15" fmla="*/ 59312 w 389081"/>
              <a:gd name="connsiteY15" fmla="*/ 0 h 8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89081" h="89627">
                <a:moveTo>
                  <a:pt x="278134" y="89627"/>
                </a:moveTo>
                <a:lnTo>
                  <a:pt x="329769" y="89627"/>
                </a:lnTo>
                <a:lnTo>
                  <a:pt x="389081" y="0"/>
                </a:lnTo>
                <a:lnTo>
                  <a:pt x="337446" y="0"/>
                </a:lnTo>
                <a:close/>
                <a:moveTo>
                  <a:pt x="185423" y="89627"/>
                </a:moveTo>
                <a:lnTo>
                  <a:pt x="237057" y="89627"/>
                </a:lnTo>
                <a:lnTo>
                  <a:pt x="296370" y="0"/>
                </a:lnTo>
                <a:lnTo>
                  <a:pt x="244735" y="0"/>
                </a:lnTo>
                <a:close/>
                <a:moveTo>
                  <a:pt x="92711" y="89627"/>
                </a:moveTo>
                <a:lnTo>
                  <a:pt x="144346" y="89627"/>
                </a:lnTo>
                <a:lnTo>
                  <a:pt x="203659" y="0"/>
                </a:lnTo>
                <a:lnTo>
                  <a:pt x="152024" y="0"/>
                </a:lnTo>
                <a:close/>
                <a:moveTo>
                  <a:pt x="0" y="89627"/>
                </a:moveTo>
                <a:lnTo>
                  <a:pt x="51635" y="89627"/>
                </a:lnTo>
                <a:lnTo>
                  <a:pt x="110947" y="0"/>
                </a:lnTo>
                <a:lnTo>
                  <a:pt x="59312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任意多边形: 形状 11"/>
          <p:cNvSpPr/>
          <p:nvPr userDrawn="1">
            <p:custDataLst>
              <p:tags r:id="rId22"/>
            </p:custDataLst>
          </p:nvPr>
        </p:nvSpPr>
        <p:spPr>
          <a:xfrm>
            <a:off x="2738939" y="851902"/>
            <a:ext cx="4628517" cy="655662"/>
          </a:xfrm>
          <a:custGeom>
            <a:avLst/>
            <a:gdLst/>
            <a:ahLst/>
            <a:cxnLst/>
            <a:rect l="l" t="t" r="r" b="b"/>
            <a:pathLst>
              <a:path w="4628517" h="655662">
                <a:moveTo>
                  <a:pt x="865138" y="117053"/>
                </a:moveTo>
                <a:cubicBezTo>
                  <a:pt x="812205" y="117053"/>
                  <a:pt x="770527" y="136698"/>
                  <a:pt x="740104" y="175989"/>
                </a:cubicBezTo>
                <a:cubicBezTo>
                  <a:pt x="709681" y="215280"/>
                  <a:pt x="694469" y="266166"/>
                  <a:pt x="694469" y="328649"/>
                </a:cubicBezTo>
                <a:cubicBezTo>
                  <a:pt x="694469" y="390314"/>
                  <a:pt x="709340" y="440723"/>
                  <a:pt x="739080" y="479877"/>
                </a:cubicBezTo>
                <a:cubicBezTo>
                  <a:pt x="768821" y="519032"/>
                  <a:pt x="809613" y="538609"/>
                  <a:pt x="861454" y="538609"/>
                </a:cubicBezTo>
                <a:cubicBezTo>
                  <a:pt x="914388" y="538609"/>
                  <a:pt x="955588" y="519850"/>
                  <a:pt x="985056" y="482333"/>
                </a:cubicBezTo>
                <a:cubicBezTo>
                  <a:pt x="1014524" y="444816"/>
                  <a:pt x="1029258" y="394407"/>
                  <a:pt x="1029258" y="331105"/>
                </a:cubicBezTo>
                <a:cubicBezTo>
                  <a:pt x="1029258" y="265075"/>
                  <a:pt x="1014933" y="212892"/>
                  <a:pt x="986284" y="174557"/>
                </a:cubicBezTo>
                <a:cubicBezTo>
                  <a:pt x="957634" y="136221"/>
                  <a:pt x="917253" y="117053"/>
                  <a:pt x="865138" y="117053"/>
                </a:cubicBezTo>
                <a:close/>
                <a:moveTo>
                  <a:pt x="3647480" y="10641"/>
                </a:moveTo>
                <a:lnTo>
                  <a:pt x="4144342" y="10641"/>
                </a:lnTo>
                <a:lnTo>
                  <a:pt x="4144342" y="121146"/>
                </a:lnTo>
                <a:lnTo>
                  <a:pt x="3963442" y="121146"/>
                </a:lnTo>
                <a:lnTo>
                  <a:pt x="3963442" y="644612"/>
                </a:lnTo>
                <a:lnTo>
                  <a:pt x="3827971" y="644612"/>
                </a:lnTo>
                <a:lnTo>
                  <a:pt x="3827971" y="121146"/>
                </a:lnTo>
                <a:lnTo>
                  <a:pt x="3647480" y="121146"/>
                </a:lnTo>
                <a:close/>
                <a:moveTo>
                  <a:pt x="2992450" y="10641"/>
                </a:moveTo>
                <a:lnTo>
                  <a:pt x="3139790" y="10641"/>
                </a:lnTo>
                <a:lnTo>
                  <a:pt x="3398453" y="409277"/>
                </a:lnTo>
                <a:cubicBezTo>
                  <a:pt x="3415643" y="435744"/>
                  <a:pt x="3426147" y="452524"/>
                  <a:pt x="3429968" y="459618"/>
                </a:cubicBezTo>
                <a:lnTo>
                  <a:pt x="3432014" y="459618"/>
                </a:lnTo>
                <a:cubicBezTo>
                  <a:pt x="3429285" y="444338"/>
                  <a:pt x="3427921" y="415143"/>
                  <a:pt x="3427921" y="372033"/>
                </a:cubicBezTo>
                <a:lnTo>
                  <a:pt x="3427921" y="10641"/>
                </a:lnTo>
                <a:lnTo>
                  <a:pt x="3556025" y="10641"/>
                </a:lnTo>
                <a:lnTo>
                  <a:pt x="3556025" y="644612"/>
                </a:lnTo>
                <a:lnTo>
                  <a:pt x="3417689" y="644612"/>
                </a:lnTo>
                <a:lnTo>
                  <a:pt x="3149203" y="234516"/>
                </a:lnTo>
                <a:cubicBezTo>
                  <a:pt x="3135288" y="213233"/>
                  <a:pt x="3125192" y="196044"/>
                  <a:pt x="3118916" y="182947"/>
                </a:cubicBezTo>
                <a:lnTo>
                  <a:pt x="3116870" y="182947"/>
                </a:lnTo>
                <a:cubicBezTo>
                  <a:pt x="3119326" y="204775"/>
                  <a:pt x="3120554" y="238472"/>
                  <a:pt x="3120554" y="284038"/>
                </a:cubicBezTo>
                <a:lnTo>
                  <a:pt x="3120554" y="644612"/>
                </a:lnTo>
                <a:lnTo>
                  <a:pt x="2992450" y="644612"/>
                </a:lnTo>
                <a:close/>
                <a:moveTo>
                  <a:pt x="2516200" y="10641"/>
                </a:moveTo>
                <a:lnTo>
                  <a:pt x="2876773" y="10641"/>
                </a:lnTo>
                <a:lnTo>
                  <a:pt x="2876773" y="121146"/>
                </a:lnTo>
                <a:lnTo>
                  <a:pt x="2651261" y="121146"/>
                </a:lnTo>
                <a:lnTo>
                  <a:pt x="2651261" y="270532"/>
                </a:lnTo>
                <a:lnTo>
                  <a:pt x="2860811" y="270532"/>
                </a:lnTo>
                <a:lnTo>
                  <a:pt x="2860811" y="380628"/>
                </a:lnTo>
                <a:lnTo>
                  <a:pt x="2651261" y="380628"/>
                </a:lnTo>
                <a:lnTo>
                  <a:pt x="2651261" y="534107"/>
                </a:lnTo>
                <a:lnTo>
                  <a:pt x="2891507" y="534107"/>
                </a:lnTo>
                <a:lnTo>
                  <a:pt x="2891507" y="644612"/>
                </a:lnTo>
                <a:lnTo>
                  <a:pt x="2516200" y="644612"/>
                </a:lnTo>
                <a:close/>
                <a:moveTo>
                  <a:pt x="1932980" y="10641"/>
                </a:moveTo>
                <a:lnTo>
                  <a:pt x="2429842" y="10641"/>
                </a:lnTo>
                <a:lnTo>
                  <a:pt x="2429842" y="121146"/>
                </a:lnTo>
                <a:lnTo>
                  <a:pt x="2248942" y="121146"/>
                </a:lnTo>
                <a:lnTo>
                  <a:pt x="2248942" y="644612"/>
                </a:lnTo>
                <a:lnTo>
                  <a:pt x="2113471" y="644612"/>
                </a:lnTo>
                <a:lnTo>
                  <a:pt x="2113471" y="121146"/>
                </a:lnTo>
                <a:lnTo>
                  <a:pt x="1932980" y="121146"/>
                </a:lnTo>
                <a:close/>
                <a:moveTo>
                  <a:pt x="1277950" y="10641"/>
                </a:moveTo>
                <a:lnTo>
                  <a:pt x="1425290" y="10641"/>
                </a:lnTo>
                <a:lnTo>
                  <a:pt x="1683953" y="409277"/>
                </a:lnTo>
                <a:cubicBezTo>
                  <a:pt x="1701143" y="435744"/>
                  <a:pt x="1711647" y="452524"/>
                  <a:pt x="1715467" y="459618"/>
                </a:cubicBezTo>
                <a:lnTo>
                  <a:pt x="1717514" y="459618"/>
                </a:lnTo>
                <a:cubicBezTo>
                  <a:pt x="1714785" y="444338"/>
                  <a:pt x="1713421" y="415143"/>
                  <a:pt x="1713421" y="372033"/>
                </a:cubicBezTo>
                <a:lnTo>
                  <a:pt x="1713421" y="10641"/>
                </a:lnTo>
                <a:lnTo>
                  <a:pt x="1841525" y="10641"/>
                </a:lnTo>
                <a:lnTo>
                  <a:pt x="1841525" y="644612"/>
                </a:lnTo>
                <a:lnTo>
                  <a:pt x="1703189" y="644612"/>
                </a:lnTo>
                <a:lnTo>
                  <a:pt x="1434703" y="234516"/>
                </a:lnTo>
                <a:cubicBezTo>
                  <a:pt x="1420788" y="213233"/>
                  <a:pt x="1410692" y="196044"/>
                  <a:pt x="1404417" y="182947"/>
                </a:cubicBezTo>
                <a:lnTo>
                  <a:pt x="1402370" y="182947"/>
                </a:lnTo>
                <a:cubicBezTo>
                  <a:pt x="1404826" y="204775"/>
                  <a:pt x="1406054" y="238472"/>
                  <a:pt x="1406054" y="284038"/>
                </a:cubicBezTo>
                <a:lnTo>
                  <a:pt x="1406054" y="644612"/>
                </a:lnTo>
                <a:lnTo>
                  <a:pt x="1277950" y="644612"/>
                </a:lnTo>
                <a:close/>
                <a:moveTo>
                  <a:pt x="4444752" y="0"/>
                </a:moveTo>
                <a:cubicBezTo>
                  <a:pt x="4506689" y="0"/>
                  <a:pt x="4558667" y="8049"/>
                  <a:pt x="4600687" y="24147"/>
                </a:cubicBezTo>
                <a:lnTo>
                  <a:pt x="4600687" y="151023"/>
                </a:lnTo>
                <a:cubicBezTo>
                  <a:pt x="4558122" y="122101"/>
                  <a:pt x="4508326" y="107640"/>
                  <a:pt x="4451300" y="107640"/>
                </a:cubicBezTo>
                <a:cubicBezTo>
                  <a:pt x="4418013" y="107640"/>
                  <a:pt x="4391410" y="113711"/>
                  <a:pt x="4371491" y="125852"/>
                </a:cubicBezTo>
                <a:cubicBezTo>
                  <a:pt x="4351573" y="137994"/>
                  <a:pt x="4341614" y="154297"/>
                  <a:pt x="4341614" y="174761"/>
                </a:cubicBezTo>
                <a:cubicBezTo>
                  <a:pt x="4341614" y="191132"/>
                  <a:pt x="4348435" y="206207"/>
                  <a:pt x="4362078" y="219986"/>
                </a:cubicBezTo>
                <a:cubicBezTo>
                  <a:pt x="4375720" y="233765"/>
                  <a:pt x="4409418" y="252387"/>
                  <a:pt x="4463169" y="275853"/>
                </a:cubicBezTo>
                <a:cubicBezTo>
                  <a:pt x="4526198" y="302865"/>
                  <a:pt x="4569513" y="331378"/>
                  <a:pt x="4593115" y="361392"/>
                </a:cubicBezTo>
                <a:cubicBezTo>
                  <a:pt x="4616717" y="391405"/>
                  <a:pt x="4628517" y="427149"/>
                  <a:pt x="4628517" y="468622"/>
                </a:cubicBezTo>
                <a:cubicBezTo>
                  <a:pt x="4628517" y="529468"/>
                  <a:pt x="4606962" y="575853"/>
                  <a:pt x="4563852" y="607777"/>
                </a:cubicBezTo>
                <a:cubicBezTo>
                  <a:pt x="4520741" y="639700"/>
                  <a:pt x="4459486" y="655662"/>
                  <a:pt x="4380086" y="655662"/>
                </a:cubicBezTo>
                <a:cubicBezTo>
                  <a:pt x="4307508" y="655662"/>
                  <a:pt x="4248026" y="643929"/>
                  <a:pt x="4201641" y="620464"/>
                </a:cubicBezTo>
                <a:lnTo>
                  <a:pt x="4201641" y="484993"/>
                </a:lnTo>
                <a:cubicBezTo>
                  <a:pt x="4252665" y="527285"/>
                  <a:pt x="4310645" y="548431"/>
                  <a:pt x="4375584" y="548431"/>
                </a:cubicBezTo>
                <a:cubicBezTo>
                  <a:pt x="4412419" y="548431"/>
                  <a:pt x="4440114" y="542088"/>
                  <a:pt x="4458667" y="529400"/>
                </a:cubicBezTo>
                <a:cubicBezTo>
                  <a:pt x="4477221" y="516712"/>
                  <a:pt x="4486498" y="500410"/>
                  <a:pt x="4486498" y="480491"/>
                </a:cubicBezTo>
                <a:cubicBezTo>
                  <a:pt x="4486498" y="463302"/>
                  <a:pt x="4479131" y="447067"/>
                  <a:pt x="4464397" y="431787"/>
                </a:cubicBezTo>
                <a:cubicBezTo>
                  <a:pt x="4449663" y="416508"/>
                  <a:pt x="4410782" y="395771"/>
                  <a:pt x="4347753" y="369577"/>
                </a:cubicBezTo>
                <a:cubicBezTo>
                  <a:pt x="4248708" y="327558"/>
                  <a:pt x="4199186" y="266439"/>
                  <a:pt x="4199186" y="186221"/>
                </a:cubicBezTo>
                <a:cubicBezTo>
                  <a:pt x="4199186" y="127285"/>
                  <a:pt x="4221627" y="81514"/>
                  <a:pt x="4266512" y="48908"/>
                </a:cubicBezTo>
                <a:cubicBezTo>
                  <a:pt x="4311396" y="16303"/>
                  <a:pt x="4370809" y="0"/>
                  <a:pt x="4444752" y="0"/>
                </a:cubicBezTo>
                <a:close/>
                <a:moveTo>
                  <a:pt x="869231" y="0"/>
                </a:moveTo>
                <a:cubicBezTo>
                  <a:pt x="959817" y="0"/>
                  <a:pt x="1032737" y="30150"/>
                  <a:pt x="1087989" y="90450"/>
                </a:cubicBezTo>
                <a:cubicBezTo>
                  <a:pt x="1143242" y="150750"/>
                  <a:pt x="1170868" y="228240"/>
                  <a:pt x="1170868" y="322920"/>
                </a:cubicBezTo>
                <a:cubicBezTo>
                  <a:pt x="1170868" y="421692"/>
                  <a:pt x="1142150" y="501842"/>
                  <a:pt x="1084715" y="563370"/>
                </a:cubicBezTo>
                <a:cubicBezTo>
                  <a:pt x="1027280" y="624898"/>
                  <a:pt x="952041" y="655662"/>
                  <a:pt x="858999" y="655662"/>
                </a:cubicBezTo>
                <a:cubicBezTo>
                  <a:pt x="768139" y="655662"/>
                  <a:pt x="694333" y="625853"/>
                  <a:pt x="637580" y="566235"/>
                </a:cubicBezTo>
                <a:cubicBezTo>
                  <a:pt x="580827" y="506617"/>
                  <a:pt x="552450" y="429877"/>
                  <a:pt x="552450" y="336016"/>
                </a:cubicBezTo>
                <a:cubicBezTo>
                  <a:pt x="552450" y="236698"/>
                  <a:pt x="581440" y="155866"/>
                  <a:pt x="639421" y="93520"/>
                </a:cubicBezTo>
                <a:cubicBezTo>
                  <a:pt x="697402" y="31173"/>
                  <a:pt x="774005" y="0"/>
                  <a:pt x="869231" y="0"/>
                </a:cubicBezTo>
                <a:close/>
                <a:moveTo>
                  <a:pt x="336426" y="0"/>
                </a:moveTo>
                <a:cubicBezTo>
                  <a:pt x="398363" y="0"/>
                  <a:pt x="450205" y="8049"/>
                  <a:pt x="491951" y="24147"/>
                </a:cubicBezTo>
                <a:lnTo>
                  <a:pt x="491951" y="154707"/>
                </a:lnTo>
                <a:cubicBezTo>
                  <a:pt x="449114" y="129604"/>
                  <a:pt x="400546" y="117053"/>
                  <a:pt x="346249" y="117053"/>
                </a:cubicBezTo>
                <a:cubicBezTo>
                  <a:pt x="284311" y="117053"/>
                  <a:pt x="234789" y="136835"/>
                  <a:pt x="197681" y="176398"/>
                </a:cubicBezTo>
                <a:cubicBezTo>
                  <a:pt x="160573" y="215962"/>
                  <a:pt x="142019" y="267667"/>
                  <a:pt x="142019" y="331514"/>
                </a:cubicBezTo>
                <a:cubicBezTo>
                  <a:pt x="142019" y="393725"/>
                  <a:pt x="159618" y="443793"/>
                  <a:pt x="194816" y="481719"/>
                </a:cubicBezTo>
                <a:cubicBezTo>
                  <a:pt x="230014" y="519646"/>
                  <a:pt x="277626" y="538609"/>
                  <a:pt x="337654" y="538609"/>
                </a:cubicBezTo>
                <a:cubicBezTo>
                  <a:pt x="394134" y="538609"/>
                  <a:pt x="445567" y="524966"/>
                  <a:pt x="491951" y="497681"/>
                </a:cubicBezTo>
                <a:lnTo>
                  <a:pt x="491951" y="621692"/>
                </a:lnTo>
                <a:cubicBezTo>
                  <a:pt x="445839" y="644339"/>
                  <a:pt x="385676" y="655662"/>
                  <a:pt x="311460" y="655662"/>
                </a:cubicBezTo>
                <a:cubicBezTo>
                  <a:pt x="215962" y="655662"/>
                  <a:pt x="140177" y="627081"/>
                  <a:pt x="84106" y="569918"/>
                </a:cubicBezTo>
                <a:cubicBezTo>
                  <a:pt x="28035" y="512756"/>
                  <a:pt x="0" y="436562"/>
                  <a:pt x="0" y="341337"/>
                </a:cubicBezTo>
                <a:cubicBezTo>
                  <a:pt x="0" y="241201"/>
                  <a:pt x="31310" y="159277"/>
                  <a:pt x="93929" y="95566"/>
                </a:cubicBezTo>
                <a:cubicBezTo>
                  <a:pt x="156549" y="31855"/>
                  <a:pt x="237381" y="0"/>
                  <a:pt x="33642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solidFill>
              <a:schemeClr val="accent1"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custDataLst>
      <p:tags r:id="rId2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添加章节标题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01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3" name="正文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单击此处添加文本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感谢观看</a:t>
            </a:r>
            <a:endParaRPr lang="zh-CN" altLang="en-US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创建人：</a:t>
            </a:r>
            <a:r>
              <a:rPr lang="en-US" altLang="zh-CN">
                <a:sym typeface="+mn-ea"/>
              </a:rPr>
              <a:t>LLAstray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2"/>
</p:tagLst>
</file>

<file path=ppt/tags/tag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54"/>
</p:tagLst>
</file>

<file path=ppt/tags/tag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20"/>
  <p:tag name="KSO_WM_UNIT_TEXT_LAYER_COUNT" val="1"/>
</p:tagLst>
</file>

<file path=ppt/tags/tag1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2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3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2"/>
</p:tagLst>
</file>

<file path=ppt/tags/tag3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4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4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4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60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61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文本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65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66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文本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67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68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7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73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80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84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8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4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8"/>
</p:tagLst>
</file>

<file path=ppt/tags/tag106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22"/>
  <p:tag name="KSO_WM_UNIT_TEXT_LAYER_COUNT" val="1"/>
</p:tagLst>
</file>

<file path=ppt/tags/tag107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0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5984"/>
</p:tagLst>
</file>

<file path=ppt/tags/tag11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20235984"/>
</p:tagLst>
</file>

<file path=ppt/tags/tag11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0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5984"/>
  <p:tag name="KSO_WM_TEMPLATE_CATEGORY" val="custom"/>
  <p:tag name="KSO_WM_TEMPLATE_MASTER_TYPE" val="0"/>
</p:tagLst>
</file>

<file path=ppt/tags/tag12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984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84"/>
  <p:tag name="KSO_WM_TEMPLATE_CATEGORY" val="custom"/>
  <p:tag name="KSO_WM_UNIT_ISCONTENTSTITLE" val="0"/>
  <p:tag name="KSO_WM_UNIT_TEXT_TYPE" val="1"/>
  <p:tag name="KSO_WM_UNIT_PRESET_TEXT" val="单击此处添加文档标题"/>
</p:tagLst>
</file>

<file path=ppt/tags/tag12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20235984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84"/>
  <p:tag name="KSO_WM_TEMPLATE_CATEGORY" val="custom"/>
  <p:tag name="KSO_WM_UNIT_ISCONTENTSTITLE" val="0"/>
  <p:tag name="KSO_WM_UNIT_TEXT_TYPE" val="1"/>
  <p:tag name="KSO_WM_UNIT_PRESET_TEXT" val="单击此处添加副标题"/>
</p:tagLst>
</file>

<file path=ppt/tags/tag123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5984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84"/>
  <p:tag name="KSO_WM_TEMPLATE_CATEGORY" val="custom"/>
  <p:tag name="KSO_WM_UNIT_VALUE" val="24"/>
  <p:tag name="KSO_WM_UNIT_TEXT_LAYER_COUNT" val="1"/>
  <p:tag name="KSO_WM_UNIT_PRESET_TEXT_INDEX" val="-1"/>
  <p:tag name="KSO_WM_UNIT_PRESET_TEXT_LEN" val="0"/>
</p:tagLst>
</file>

<file path=ppt/tags/tag124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5984"/>
  <p:tag name="KSO_WM_TEMPLATE_CATEGORY" val="custom"/>
  <p:tag name="KSO_WM_SLIDE_INDEX" val="1"/>
  <p:tag name="KSO_WM_SLIDE_ID" val="custom20235984_1"/>
  <p:tag name="KSO_WM_TEMPLATE_MASTER_TYPE" val="0"/>
  <p:tag name="KSO_WM_SLIDE_LAYOUT" val="a_b_f"/>
  <p:tag name="KSO_WM_SLIDE_LAYOUT_CNT" val="1_1_1"/>
</p:tagLst>
</file>

<file path=ppt/tags/tag12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SCONTENTSTITLE" val="1"/>
  <p:tag name="KSO_WM_DIAGRAM_GROUP_CODE" val="l1-1"/>
  <p:tag name="KSO_WM_DIAGRAM_COLOR_TRICK" val="1"/>
  <p:tag name="KSO_WM_DIAGRAM_COLOR_TEXT_CAN_REMOVE" val="n"/>
  <p:tag name="KSO_WM_UNIT_ID" val="custom20235984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84"/>
  <p:tag name="KSO_WM_TEMPLATE_CATEGORY" val="custom"/>
  <p:tag name="KSO_WM_UNIT_PRESET_TEXT_INDEX" val="-1"/>
  <p:tag name="KSO_WM_UNIT_PRESET_TEXT_LEN" val="0"/>
</p:tagLst>
</file>

<file path=ppt/tags/tag126.xml><?xml version="1.0" encoding="utf-8"?>
<p:tagLst xmlns:p="http://schemas.openxmlformats.org/presentationml/2006/main">
  <p:tag name="KSO_WM_UNIT_TYPE" val="l_h_i"/>
  <p:tag name="KSO_WM_UNIT_INDEX" val="1_1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84_4*l_h_i*1_1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84"/>
  <p:tag name="KSO_WM_TEMPLATE_CATEGORY" val="custom"/>
  <p:tag name="KSO_WM_DIAGRAM_MAX_ITEMCNT" val="6"/>
  <p:tag name="KSO_WM_DIAGRAM_MIN_ITEMCNT" val="2"/>
  <p:tag name="KSO_WM_DIAGRAM_VIRTUALLY_FRAME" val="{&quot;height&quot;:332.3221130371093,&quot;left&quot;:74.85111520361707,&quot;top&quot;:164.83910096176027,&quot;width&quot;:811.2807617187501}"/>
  <p:tag name="KSO_WM_DIAGRAM_COLOR_MATCH_VALUE" val="{&quot;shape&quot;:{&quot;fill&quot;:{&quot;gradient&quot;:[{&quot;brightness&quot;:0,&quot;colorType&quot;:1,&quot;foreColorIndex&quot;:5,&quot;pos&quot;:0,&quot;transparency&quot;:0.800000011920929},{&quot;brightness&quot;:0,&quot;colorType&quot;:1,&quot;foreColorIndex&quot;:5,&quot;pos&quot;:1,&quot;transparency&quot;:1}],&quot;type&quot;:3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0.899999976158142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27.xml><?xml version="1.0" encoding="utf-8"?>
<p:tagLst xmlns:p="http://schemas.openxmlformats.org/presentationml/2006/main">
  <p:tag name="KSO_WM_UNIT_TYPE" val="l_h_i"/>
  <p:tag name="KSO_WM_UNIT_SUBTYPE" val="d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84_4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84"/>
  <p:tag name="KSO_WM_TEMPLATE_CATEGORY" val="custom"/>
  <p:tag name="KSO_WM_DIAGRAM_MAX_ITEMCNT" val="6"/>
  <p:tag name="KSO_WM_DIAGRAM_MIN_ITEMCNT" val="2"/>
  <p:tag name="KSO_WM_DIAGRAM_VIRTUALLY_FRAME" val="{&quot;height&quot;:332.3221130371093,&quot;left&quot;:74.85111520361707,&quot;top&quot;:164.83910096176027,&quot;width&quot;:811.28076171875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20000000298023224,&quot;transparency&quot;:0},{&quot;brightness&quot;:0.800000011920929,&quot;colorType&quot;:1,&quot;foreColorIndex&quot;:5,&quot;pos&quot;:0.9908300042152405,&quot;transparency&quot;:0},{&quot;brightness&quot;:0.4000000059604645,&quot;colorType&quot;:1,&quot;foreColorIndex&quot;:5,&quot;pos&quot;:0.649999976158142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28.xml><?xml version="1.0" encoding="utf-8"?>
<p:tagLst xmlns:p="http://schemas.openxmlformats.org/presentationml/2006/main">
  <p:tag name="KSO_WM_UNIT_TYPE" val="l_h_f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84_4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84"/>
  <p:tag name="KSO_WM_TEMPLATE_CATEGORY" val="custom"/>
  <p:tag name="KSO_WM_UNIT_SUBTYPE" val="a"/>
  <p:tag name="KSO_WM_UNIT_VALUE" val="12"/>
  <p:tag name="KSO_WM_DIAGRAM_MAX_ITEMCNT" val="6"/>
  <p:tag name="KSO_WM_DIAGRAM_MIN_ITEMCNT" val="2"/>
  <p:tag name="KSO_WM_DIAGRAM_VIRTUALLY_FRAME" val="{&quot;height&quot;:332.3221130371093,&quot;left&quot;:74.85111520361707,&quot;top&quot;:164.83910096176027,&quot;width&quot;:811.28076171875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添加目录项标题"/>
</p:tagLst>
</file>

<file path=ppt/tags/tag129.xml><?xml version="1.0" encoding="utf-8"?>
<p:tagLst xmlns:p="http://schemas.openxmlformats.org/presentationml/2006/main">
  <p:tag name="KSO_WM_UNIT_TYPE" val="l_h_i"/>
  <p:tag name="KSO_WM_UNIT_INDEX" val="1_1_4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84_4*l_h_i*1_1_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84"/>
  <p:tag name="KSO_WM_TEMPLATE_CATEGORY" val="custom"/>
  <p:tag name="KSO_WM_DIAGRAM_MAX_ITEMCNT" val="6"/>
  <p:tag name="KSO_WM_DIAGRAM_MIN_ITEMCNT" val="2"/>
  <p:tag name="KSO_WM_DIAGRAM_VIRTUALLY_FRAME" val="{&quot;height&quot;:332.3221130371093,&quot;left&quot;:74.85111520361707,&quot;top&quot;:164.83910096176027,&quot;width&quot;:811.2807617187501}"/>
  <p:tag name="KSO_WM_DIAGRAM_COLOR_MATCH_VALUE" val="{&quot;shape&quot;:{&quot;fill&quot;:{&quot;solid&quot;:{&quot;brightness&quot;:0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30.xml><?xml version="1.0" encoding="utf-8"?>
<p:tagLst xmlns:p="http://schemas.openxmlformats.org/presentationml/2006/main">
  <p:tag name="KSO_WM_UNIT_TYPE" val="l_h_i"/>
  <p:tag name="KSO_WM_UNIT_INDEX" val="1_1_3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84_4*l_h_i*1_1_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84"/>
  <p:tag name="KSO_WM_TEMPLATE_CATEGORY" val="custom"/>
  <p:tag name="KSO_WM_DIAGRAM_MAX_ITEMCNT" val="6"/>
  <p:tag name="KSO_WM_DIAGRAM_MIN_ITEMCNT" val="2"/>
  <p:tag name="KSO_WM_DIAGRAM_VIRTUALLY_FRAME" val="{&quot;height&quot;:332.3221130371093,&quot;left&quot;:74.85111520361707,&quot;top&quot;:164.83910096176027,&quot;width&quot;:811.2807617187501}"/>
  <p:tag name="KSO_WM_DIAGRAM_COLOR_MATCH_VALUE" val="{&quot;shape&quot;:{&quot;fill&quot;:{&quot;solid&quot;:{&quot;brightness&quot;:0,&quot;colorType&quot;:1,&quot;foreColorIndex&quot;:5,&quot;transparency&quot;:0.30000001192092896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31.xml><?xml version="1.0" encoding="utf-8"?>
<p:tagLst xmlns:p="http://schemas.openxmlformats.org/presentationml/2006/main">
  <p:tag name="KSO_WM_UNIT_TYPE" val="l_h_i"/>
  <p:tag name="KSO_WM_UNIT_INDEX" val="1_2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84_4*l_h_i*1_2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84"/>
  <p:tag name="KSO_WM_TEMPLATE_CATEGORY" val="custom"/>
  <p:tag name="KSO_WM_DIAGRAM_MAX_ITEMCNT" val="6"/>
  <p:tag name="KSO_WM_DIAGRAM_MIN_ITEMCNT" val="2"/>
  <p:tag name="KSO_WM_DIAGRAM_VIRTUALLY_FRAME" val="{&quot;height&quot;:332.3221130371093,&quot;left&quot;:74.85111520361707,&quot;top&quot;:164.83910096176027,&quot;width&quot;:811.2807617187501}"/>
  <p:tag name="KSO_WM_DIAGRAM_COLOR_MATCH_VALUE" val="{&quot;shape&quot;:{&quot;fill&quot;:{&quot;gradient&quot;:[{&quot;brightness&quot;:0,&quot;colorType&quot;:1,&quot;foreColorIndex&quot;:5,&quot;pos&quot;:0,&quot;transparency&quot;:0.800000011920929},{&quot;brightness&quot;:0,&quot;colorType&quot;:1,&quot;foreColorIndex&quot;:5,&quot;pos&quot;:1,&quot;transparency&quot;:1}],&quot;type&quot;:3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0.899999976158142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32.xml><?xml version="1.0" encoding="utf-8"?>
<p:tagLst xmlns:p="http://schemas.openxmlformats.org/presentationml/2006/main">
  <p:tag name="KSO_WM_UNIT_TYPE" val="l_h_i"/>
  <p:tag name="KSO_WM_UNIT_SUBTYPE" val="d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84_4*l_h_i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84"/>
  <p:tag name="KSO_WM_TEMPLATE_CATEGORY" val="custom"/>
  <p:tag name="KSO_WM_DIAGRAM_MAX_ITEMCNT" val="6"/>
  <p:tag name="KSO_WM_DIAGRAM_MIN_ITEMCNT" val="2"/>
  <p:tag name="KSO_WM_DIAGRAM_VIRTUALLY_FRAME" val="{&quot;height&quot;:332.3221130371093,&quot;left&quot;:74.85111520361707,&quot;top&quot;:164.83910096176027,&quot;width&quot;:811.28076171875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20000000298023224,&quot;transparency&quot;:0},{&quot;brightness&quot;:0.800000011920929,&quot;colorType&quot;:1,&quot;foreColorIndex&quot;:5,&quot;pos&quot;:0.9908300042152405,&quot;transparency&quot;:0},{&quot;brightness&quot;:0.4000000059604645,&quot;colorType&quot;:1,&quot;foreColorIndex&quot;:5,&quot;pos&quot;:0.649999976158142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33.xml><?xml version="1.0" encoding="utf-8"?>
<p:tagLst xmlns:p="http://schemas.openxmlformats.org/presentationml/2006/main">
  <p:tag name="KSO_WM_UNIT_TYPE" val="l_h_f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84_4*l_h_f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84"/>
  <p:tag name="KSO_WM_TEMPLATE_CATEGORY" val="custom"/>
  <p:tag name="KSO_WM_UNIT_SUBTYPE" val="a"/>
  <p:tag name="KSO_WM_UNIT_VALUE" val="12"/>
  <p:tag name="KSO_WM_DIAGRAM_MAX_ITEMCNT" val="6"/>
  <p:tag name="KSO_WM_DIAGRAM_MIN_ITEMCNT" val="2"/>
  <p:tag name="KSO_WM_DIAGRAM_VIRTUALLY_FRAME" val="{&quot;height&quot;:332.3221130371093,&quot;left&quot;:74.85111520361707,&quot;top&quot;:164.83910096176027,&quot;width&quot;:811.28076171875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添加目录项标题"/>
</p:tagLst>
</file>

<file path=ppt/tags/tag134.xml><?xml version="1.0" encoding="utf-8"?>
<p:tagLst xmlns:p="http://schemas.openxmlformats.org/presentationml/2006/main">
  <p:tag name="KSO_WM_UNIT_TYPE" val="l_h_i"/>
  <p:tag name="KSO_WM_UNIT_INDEX" val="1_2_4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84_4*l_h_i*1_2_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84"/>
  <p:tag name="KSO_WM_TEMPLATE_CATEGORY" val="custom"/>
  <p:tag name="KSO_WM_DIAGRAM_MAX_ITEMCNT" val="6"/>
  <p:tag name="KSO_WM_DIAGRAM_MIN_ITEMCNT" val="2"/>
  <p:tag name="KSO_WM_DIAGRAM_VIRTUALLY_FRAME" val="{&quot;height&quot;:332.3221130371093,&quot;left&quot;:74.85111520361707,&quot;top&quot;:164.83910096176027,&quot;width&quot;:811.2807617187501}"/>
  <p:tag name="KSO_WM_DIAGRAM_COLOR_MATCH_VALUE" val="{&quot;shape&quot;:{&quot;fill&quot;:{&quot;solid&quot;:{&quot;brightness&quot;:0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35.xml><?xml version="1.0" encoding="utf-8"?>
<p:tagLst xmlns:p="http://schemas.openxmlformats.org/presentationml/2006/main">
  <p:tag name="KSO_WM_UNIT_TYPE" val="l_h_i"/>
  <p:tag name="KSO_WM_UNIT_INDEX" val="1_2_3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84_4*l_h_i*1_2_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84"/>
  <p:tag name="KSO_WM_TEMPLATE_CATEGORY" val="custom"/>
  <p:tag name="KSO_WM_DIAGRAM_MAX_ITEMCNT" val="6"/>
  <p:tag name="KSO_WM_DIAGRAM_MIN_ITEMCNT" val="2"/>
  <p:tag name="KSO_WM_DIAGRAM_VIRTUALLY_FRAME" val="{&quot;height&quot;:332.3221130371093,&quot;left&quot;:74.85111520361707,&quot;top&quot;:164.83910096176027,&quot;width&quot;:811.2807617187501}"/>
  <p:tag name="KSO_WM_DIAGRAM_COLOR_MATCH_VALUE" val="{&quot;shape&quot;:{&quot;fill&quot;:{&quot;solid&quot;:{&quot;brightness&quot;:0,&quot;colorType&quot;:1,&quot;foreColorIndex&quot;:5,&quot;transparency&quot;:0.30000001192092896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36.xml><?xml version="1.0" encoding="utf-8"?>
<p:tagLst xmlns:p="http://schemas.openxmlformats.org/presentationml/2006/main">
  <p:tag name="KSO_WM_UNIT_TYPE" val="l_h_i"/>
  <p:tag name="KSO_WM_UNIT_INDEX" val="1_3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84_4*l_h_i*1_3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84"/>
  <p:tag name="KSO_WM_TEMPLATE_CATEGORY" val="custom"/>
  <p:tag name="KSO_WM_DIAGRAM_MAX_ITEMCNT" val="6"/>
  <p:tag name="KSO_WM_DIAGRAM_MIN_ITEMCNT" val="2"/>
  <p:tag name="KSO_WM_DIAGRAM_VIRTUALLY_FRAME" val="{&quot;height&quot;:332.3221130371093,&quot;left&quot;:74.85111520361707,&quot;top&quot;:164.83910096176027,&quot;width&quot;:811.2807617187501}"/>
  <p:tag name="KSO_WM_DIAGRAM_COLOR_MATCH_VALUE" val="{&quot;shape&quot;:{&quot;fill&quot;:{&quot;gradient&quot;:[{&quot;brightness&quot;:0,&quot;colorType&quot;:1,&quot;foreColorIndex&quot;:5,&quot;pos&quot;:0,&quot;transparency&quot;:0.800000011920929},{&quot;brightness&quot;:0,&quot;colorType&quot;:1,&quot;foreColorIndex&quot;:5,&quot;pos&quot;:1,&quot;transparency&quot;:1}],&quot;type&quot;:3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0.899999976158142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37.xml><?xml version="1.0" encoding="utf-8"?>
<p:tagLst xmlns:p="http://schemas.openxmlformats.org/presentationml/2006/main">
  <p:tag name="KSO_WM_UNIT_TYPE" val="l_h_i"/>
  <p:tag name="KSO_WM_UNIT_SUBTYPE" val="d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84_4*l_h_i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84"/>
  <p:tag name="KSO_WM_TEMPLATE_CATEGORY" val="custom"/>
  <p:tag name="KSO_WM_DIAGRAM_MAX_ITEMCNT" val="6"/>
  <p:tag name="KSO_WM_DIAGRAM_MIN_ITEMCNT" val="2"/>
  <p:tag name="KSO_WM_DIAGRAM_VIRTUALLY_FRAME" val="{&quot;height&quot;:332.3221130371093,&quot;left&quot;:74.85111520361707,&quot;top&quot;:164.83910096176027,&quot;width&quot;:811.28076171875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20000000298023224,&quot;transparency&quot;:0},{&quot;brightness&quot;:0.800000011920929,&quot;colorType&quot;:1,&quot;foreColorIndex&quot;:5,&quot;pos&quot;:0.9908300042152405,&quot;transparency&quot;:0},{&quot;brightness&quot;:0.4000000059604645,&quot;colorType&quot;:1,&quot;foreColorIndex&quot;:5,&quot;pos&quot;:0.649999976158142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38.xml><?xml version="1.0" encoding="utf-8"?>
<p:tagLst xmlns:p="http://schemas.openxmlformats.org/presentationml/2006/main">
  <p:tag name="KSO_WM_UNIT_TYPE" val="l_h_f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84_4*l_h_f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84"/>
  <p:tag name="KSO_WM_TEMPLATE_CATEGORY" val="custom"/>
  <p:tag name="KSO_WM_UNIT_SUBTYPE" val="a"/>
  <p:tag name="KSO_WM_UNIT_VALUE" val="12"/>
  <p:tag name="KSO_WM_DIAGRAM_MAX_ITEMCNT" val="6"/>
  <p:tag name="KSO_WM_DIAGRAM_MIN_ITEMCNT" val="2"/>
  <p:tag name="KSO_WM_DIAGRAM_VIRTUALLY_FRAME" val="{&quot;height&quot;:332.3221130371093,&quot;left&quot;:74.85111520361707,&quot;top&quot;:164.83910096176027,&quot;width&quot;:811.28076171875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添加目录项标题"/>
</p:tagLst>
</file>

<file path=ppt/tags/tag139.xml><?xml version="1.0" encoding="utf-8"?>
<p:tagLst xmlns:p="http://schemas.openxmlformats.org/presentationml/2006/main">
  <p:tag name="KSO_WM_UNIT_TYPE" val="l_h_i"/>
  <p:tag name="KSO_WM_UNIT_INDEX" val="1_3_4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84_4*l_h_i*1_3_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84"/>
  <p:tag name="KSO_WM_TEMPLATE_CATEGORY" val="custom"/>
  <p:tag name="KSO_WM_DIAGRAM_MAX_ITEMCNT" val="6"/>
  <p:tag name="KSO_WM_DIAGRAM_MIN_ITEMCNT" val="2"/>
  <p:tag name="KSO_WM_DIAGRAM_VIRTUALLY_FRAME" val="{&quot;height&quot;:332.3221130371093,&quot;left&quot;:74.85111520361707,&quot;top&quot;:164.83910096176027,&quot;width&quot;:811.2807617187501}"/>
  <p:tag name="KSO_WM_DIAGRAM_COLOR_MATCH_VALUE" val="{&quot;shape&quot;:{&quot;fill&quot;:{&quot;solid&quot;:{&quot;brightness&quot;:0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40.xml><?xml version="1.0" encoding="utf-8"?>
<p:tagLst xmlns:p="http://schemas.openxmlformats.org/presentationml/2006/main">
  <p:tag name="KSO_WM_UNIT_TYPE" val="l_h_i"/>
  <p:tag name="KSO_WM_UNIT_INDEX" val="1_3_3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84_4*l_h_i*1_3_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84"/>
  <p:tag name="KSO_WM_TEMPLATE_CATEGORY" val="custom"/>
  <p:tag name="KSO_WM_DIAGRAM_MAX_ITEMCNT" val="6"/>
  <p:tag name="KSO_WM_DIAGRAM_MIN_ITEMCNT" val="2"/>
  <p:tag name="KSO_WM_DIAGRAM_VIRTUALLY_FRAME" val="{&quot;height&quot;:332.3221130371093,&quot;left&quot;:74.85111520361707,&quot;top&quot;:164.83910096176027,&quot;width&quot;:811.2807617187501}"/>
  <p:tag name="KSO_WM_DIAGRAM_COLOR_MATCH_VALUE" val="{&quot;shape&quot;:{&quot;fill&quot;:{&quot;solid&quot;:{&quot;brightness&quot;:0,&quot;colorType&quot;:1,&quot;foreColorIndex&quot;:5,&quot;transparency&quot;:0.30000001192092896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41.xml><?xml version="1.0" encoding="utf-8"?>
<p:tagLst xmlns:p="http://schemas.openxmlformats.org/presentationml/2006/main">
  <p:tag name="KSO_WM_UNIT_TYPE" val="l_h_i"/>
  <p:tag name="KSO_WM_UNIT_INDEX" val="1_4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84_4*l_h_i*1_4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84"/>
  <p:tag name="KSO_WM_TEMPLATE_CATEGORY" val="custom"/>
  <p:tag name="KSO_WM_DIAGRAM_MAX_ITEMCNT" val="6"/>
  <p:tag name="KSO_WM_DIAGRAM_MIN_ITEMCNT" val="2"/>
  <p:tag name="KSO_WM_DIAGRAM_VIRTUALLY_FRAME" val="{&quot;height&quot;:332.3221130371093,&quot;left&quot;:74.85111520361707,&quot;top&quot;:164.83910096176027,&quot;width&quot;:811.2807617187501}"/>
  <p:tag name="KSO_WM_DIAGRAM_COLOR_MATCH_VALUE" val="{&quot;shape&quot;:{&quot;fill&quot;:{&quot;gradient&quot;:[{&quot;brightness&quot;:0,&quot;colorType&quot;:1,&quot;foreColorIndex&quot;:5,&quot;pos&quot;:0,&quot;transparency&quot;:0.800000011920929},{&quot;brightness&quot;:0,&quot;colorType&quot;:1,&quot;foreColorIndex&quot;:5,&quot;pos&quot;:1,&quot;transparency&quot;:1}],&quot;type&quot;:3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0.899999976158142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42.xml><?xml version="1.0" encoding="utf-8"?>
<p:tagLst xmlns:p="http://schemas.openxmlformats.org/presentationml/2006/main">
  <p:tag name="KSO_WM_UNIT_TYPE" val="l_h_i"/>
  <p:tag name="KSO_WM_UNIT_SUBTYPE" val="d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84_4*l_h_i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84"/>
  <p:tag name="KSO_WM_TEMPLATE_CATEGORY" val="custom"/>
  <p:tag name="KSO_WM_DIAGRAM_MAX_ITEMCNT" val="6"/>
  <p:tag name="KSO_WM_DIAGRAM_MIN_ITEMCNT" val="2"/>
  <p:tag name="KSO_WM_DIAGRAM_VIRTUALLY_FRAME" val="{&quot;height&quot;:332.3221130371093,&quot;left&quot;:74.85111520361707,&quot;top&quot;:164.83910096176027,&quot;width&quot;:811.28076171875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20000000298023224,&quot;transparency&quot;:0},{&quot;brightness&quot;:0.800000011920929,&quot;colorType&quot;:1,&quot;foreColorIndex&quot;:5,&quot;pos&quot;:0.9908300042152405,&quot;transparency&quot;:0},{&quot;brightness&quot;:0.4000000059604645,&quot;colorType&quot;:1,&quot;foreColorIndex&quot;:5,&quot;pos&quot;:0.649999976158142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43.xml><?xml version="1.0" encoding="utf-8"?>
<p:tagLst xmlns:p="http://schemas.openxmlformats.org/presentationml/2006/main">
  <p:tag name="KSO_WM_UNIT_TYPE" val="l_h_f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84_4*l_h_f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84"/>
  <p:tag name="KSO_WM_TEMPLATE_CATEGORY" val="custom"/>
  <p:tag name="KSO_WM_UNIT_SUBTYPE" val="a"/>
  <p:tag name="KSO_WM_UNIT_VALUE" val="12"/>
  <p:tag name="KSO_WM_DIAGRAM_MAX_ITEMCNT" val="6"/>
  <p:tag name="KSO_WM_DIAGRAM_MIN_ITEMCNT" val="2"/>
  <p:tag name="KSO_WM_DIAGRAM_VIRTUALLY_FRAME" val="{&quot;height&quot;:332.3221130371093,&quot;left&quot;:74.85111520361707,&quot;top&quot;:164.83910096176027,&quot;width&quot;:811.28076171875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添加目录项标题"/>
</p:tagLst>
</file>

<file path=ppt/tags/tag144.xml><?xml version="1.0" encoding="utf-8"?>
<p:tagLst xmlns:p="http://schemas.openxmlformats.org/presentationml/2006/main">
  <p:tag name="KSO_WM_UNIT_TYPE" val="l_h_i"/>
  <p:tag name="KSO_WM_UNIT_INDEX" val="1_4_4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84_4*l_h_i*1_4_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84"/>
  <p:tag name="KSO_WM_TEMPLATE_CATEGORY" val="custom"/>
  <p:tag name="KSO_WM_DIAGRAM_MAX_ITEMCNT" val="6"/>
  <p:tag name="KSO_WM_DIAGRAM_MIN_ITEMCNT" val="2"/>
  <p:tag name="KSO_WM_DIAGRAM_VIRTUALLY_FRAME" val="{&quot;height&quot;:332.3221130371093,&quot;left&quot;:74.85111520361707,&quot;top&quot;:164.83910096176027,&quot;width&quot;:811.2807617187501}"/>
  <p:tag name="KSO_WM_DIAGRAM_COLOR_MATCH_VALUE" val="{&quot;shape&quot;:{&quot;fill&quot;:{&quot;solid&quot;:{&quot;brightness&quot;:0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45.xml><?xml version="1.0" encoding="utf-8"?>
<p:tagLst xmlns:p="http://schemas.openxmlformats.org/presentationml/2006/main">
  <p:tag name="KSO_WM_UNIT_TYPE" val="l_h_i"/>
  <p:tag name="KSO_WM_UNIT_INDEX" val="1_4_3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84_4*l_h_i*1_4_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84"/>
  <p:tag name="KSO_WM_TEMPLATE_CATEGORY" val="custom"/>
  <p:tag name="KSO_WM_DIAGRAM_MAX_ITEMCNT" val="6"/>
  <p:tag name="KSO_WM_DIAGRAM_MIN_ITEMCNT" val="2"/>
  <p:tag name="KSO_WM_DIAGRAM_VIRTUALLY_FRAME" val="{&quot;height&quot;:332.3221130371093,&quot;left&quot;:74.85111520361707,&quot;top&quot;:164.83910096176027,&quot;width&quot;:811.2807617187501}"/>
  <p:tag name="KSO_WM_DIAGRAM_COLOR_MATCH_VALUE" val="{&quot;shape&quot;:{&quot;fill&quot;:{&quot;solid&quot;:{&quot;brightness&quot;:0,&quot;colorType&quot;:1,&quot;foreColorIndex&quot;:5,&quot;transparency&quot;:0.30000001192092896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4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DIAGRAM_GROUP_CODE" val="l1-1"/>
  <p:tag name="KSO_WM_DIAGRAM_COLOR_TRICK" val="1"/>
  <p:tag name="KSO_WM_DIAGRAM_COLOR_TEXT_CAN_REMOVE" val="n"/>
  <p:tag name="KSO_WM_UNIT_ID" val="custom20235984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84"/>
  <p:tag name="KSO_WM_TEMPLATE_CATEGORY" val="custom"/>
</p:tagLst>
</file>

<file path=ppt/tags/tag147.xml><?xml version="1.0" encoding="utf-8"?>
<p:tagLst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SLIDE_SUBTYPE" val="diag"/>
  <p:tag name="KSO_WM_SLIDE_ITEM_CNT" val="4"/>
  <p:tag name="KSO_WM_DIAGRAM_GROUP_CODE" val="l1-1"/>
  <p:tag name="KSO_WM_BEAUTIFY_FLAG" val="#wm#"/>
  <p:tag name="KSO_WM_TEMPLATE_INDEX" val="20235984"/>
  <p:tag name="KSO_WM_TEMPLATE_CATEGORY" val="custom"/>
  <p:tag name="KSO_WM_SLIDE_INDEX" val="4"/>
  <p:tag name="KSO_WM_SLIDE_ID" val="custom20235984_4"/>
  <p:tag name="KSO_WM_TEMPLATE_MASTER_TYPE" val="0"/>
  <p:tag name="KSO_WM_SLIDE_LAYOUT" val="a_l"/>
  <p:tag name="KSO_WM_SLIDE_LAYOUT_CNT" val="1_1"/>
  <p:tag name="KSO_WM_SLIDE_DIAGTYPE" val="l"/>
</p:tagLst>
</file>

<file path=ppt/tags/tag14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984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84"/>
  <p:tag name="KSO_WM_TEMPLATE_CATEGORY" val="custom"/>
  <p:tag name="KSO_WM_UNIT_ISCONTENTSTITLE" val="0"/>
  <p:tag name="KSO_WM_UNIT_TEXT_TYPE" val="1"/>
  <p:tag name="KSO_WM_UNIT_PRESET_TEXT" val="添加章节标题"/>
</p:tagLst>
</file>

<file path=ppt/tags/tag149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5984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84"/>
  <p:tag name="KSO_WM_TEMPLATE_CATEGORY" val="custom"/>
  <p:tag name="KSO_WM_UNIT_PRESET_TEXT_INDEX" val="-1"/>
  <p:tag name="KSO_WM_UNIT_PRESET_TEXT_LEN" val="0"/>
</p:tagLst>
</file>

<file path=ppt/tags/tag150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984"/>
  <p:tag name="KSO_WM_TEMPLATE_CATEGORY" val="custom"/>
  <p:tag name="KSO_WM_SLIDE_INDEX" val="7"/>
  <p:tag name="KSO_WM_SLIDE_ID" val="custom20235984_7"/>
  <p:tag name="KSO_WM_TEMPLATE_MASTER_TYPE" val="0"/>
  <p:tag name="KSO_WM_SLIDE_LAYOUT" val="a_e"/>
  <p:tag name="KSO_WM_SLIDE_LAYOUT_CNT" val="1_1"/>
</p:tagLst>
</file>

<file path=ppt/tags/tag15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984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84"/>
  <p:tag name="KSO_WM_TEMPLATE_CATEGORY" val="custom"/>
  <p:tag name="KSO_WM_UNIT_ISCONTENTSTITLE" val="0"/>
  <p:tag name="KSO_WM_UNIT_TEXT_TYPE" val="1"/>
  <p:tag name="KSO_WM_UNIT_PRESET_TEXT" val="单击此处添加标题"/>
</p:tagLst>
</file>

<file path=ppt/tags/tag15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ID" val="custom20235984_8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84"/>
  <p:tag name="KSO_WM_TEMPLATE_CATEGORY" val="custom"/>
  <p:tag name="KSO_WM_UNIT_TEXT_TYPE" val="1"/>
  <p:tag name="KSO_WM_UNIT_TEXT_LAYER_COUNT" val="1"/>
  <p:tag name="KSO_WM_UNIT_PRESET_TEXT" val="单击此处添加文本"/>
</p:tagLst>
</file>

<file path=ppt/tags/tag153.xml><?xml version="1.0" encoding="utf-8"?>
<p:tagLst xmlns:p="http://schemas.openxmlformats.org/presentationml/2006/main"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984"/>
  <p:tag name="KSO_WM_TEMPLATE_CATEGORY" val="custom"/>
  <p:tag name="KSO_WM_SLIDE_INDEX" val="8"/>
  <p:tag name="KSO_WM_SLIDE_ID" val="custom20235984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5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984_9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84"/>
  <p:tag name="KSO_WM_TEMPLATE_CATEGORY" val="custom"/>
  <p:tag name="KSO_WM_UNIT_ISCONTENTSTITLE" val="0"/>
</p:tagLst>
</file>

<file path=ppt/tags/tag155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5984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84"/>
  <p:tag name="KSO_WM_TEMPLATE_CATEGORY" val="custom"/>
  <p:tag name="KSO_WM_UNIT_VALUE" val="26"/>
  <p:tag name="KSO_WM_UNIT_TEXT_LAYER_COUNT" val="1"/>
</p:tagLst>
</file>

<file path=ppt/tags/tag156.xml><?xml version="1.0" encoding="utf-8"?>
<p:tagLst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984"/>
  <p:tag name="KSO_WM_TEMPLATE_CATEGORY" val="custom"/>
  <p:tag name="KSO_WM_SLIDE_INDEX" val="9"/>
  <p:tag name="KSO_WM_SLIDE_ID" val="custom20235984_9"/>
  <p:tag name="KSO_WM_TEMPLATE_MASTER_TYPE" val="0"/>
  <p:tag name="KSO_WM_SLIDE_LAYOUT" val="a_f"/>
  <p:tag name="KSO_WM_SLIDE_LAYOUT_CNT" val="1_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0524科技">
      <a:dk1>
        <a:srgbClr val="000000"/>
      </a:dk1>
      <a:lt1>
        <a:srgbClr val="FFFFFF"/>
      </a:lt1>
      <a:dk2>
        <a:srgbClr val="001C26"/>
      </a:dk2>
      <a:lt2>
        <a:srgbClr val="FEFFFF"/>
      </a:lt2>
      <a:accent1>
        <a:srgbClr val="0BEEEE"/>
      </a:accent1>
      <a:accent2>
        <a:srgbClr val="29D783"/>
      </a:accent2>
      <a:accent3>
        <a:srgbClr val="0BAAEE"/>
      </a:accent3>
      <a:accent4>
        <a:srgbClr val="50A4E2"/>
      </a:accent4>
      <a:accent5>
        <a:srgbClr val="6183FE"/>
      </a:accent5>
      <a:accent6>
        <a:srgbClr val="9664FF"/>
      </a:accent6>
      <a:hlink>
        <a:srgbClr val="658BD5"/>
      </a:hlink>
      <a:folHlink>
        <a:srgbClr val="A16AA5"/>
      </a:folHlink>
    </a:clrScheme>
    <a:fontScheme name="0001主题字体——科技风">
      <a:majorFont>
        <a:latin typeface="微软雅黑"/>
        <a:ea typeface="汉仪雅酷黑-65J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</Words>
  <Application>WPS 演示</Application>
  <PresentationFormat>宽屏</PresentationFormat>
  <Paragraphs>34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宋体</vt:lpstr>
      <vt:lpstr>Wingdings</vt:lpstr>
      <vt:lpstr>Arial Unicode MS</vt:lpstr>
      <vt:lpstr>Wingdings</vt:lpstr>
      <vt:lpstr>微软雅黑</vt:lpstr>
      <vt:lpstr>汉仪雅酷黑-65J</vt:lpstr>
      <vt:lpstr>黑体</vt:lpstr>
      <vt:lpstr>Calibri</vt:lpstr>
      <vt:lpstr>WPS</vt:lpstr>
      <vt:lpstr>Office 主题​​</vt:lpstr>
      <vt:lpstr>单击此处添加文档标题</vt:lpstr>
      <vt:lpstr>目录</vt:lpstr>
      <vt:lpstr>添加章节标题</vt:lpstr>
      <vt:lpstr>单击此处添加标题</vt:lpstr>
      <vt:lpstr>感谢观看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長生</cp:lastModifiedBy>
  <cp:revision>7</cp:revision>
  <dcterms:created xsi:type="dcterms:W3CDTF">2023-08-09T12:44:00Z</dcterms:created>
  <dcterms:modified xsi:type="dcterms:W3CDTF">2025-12-31T03:13:39Z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B7B6ED431BFC41DCA3845D5AE8243B84_12</vt:lpwstr>
  </property>
</Properties>
</file>